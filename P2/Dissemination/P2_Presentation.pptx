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59" r:id="rId4"/>
    <p:sldId id="265" r:id="rId5"/>
    <p:sldId id="261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F18E4A-5CA4-4CE0-A947-255959ACAAE8}" v="161" dt="2026-03-30T05:30:12.0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167" autoAdjust="0"/>
  </p:normalViewPr>
  <p:slideViewPr>
    <p:cSldViewPr snapToGrid="0">
      <p:cViewPr varScale="1">
        <p:scale>
          <a:sx n="76" d="100"/>
          <a:sy n="76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custSel addSld delSld modSld sldOrd">
      <pc:chgData name="Ezra Weible" userId="67bcaf2f89c4552e" providerId="LiveId" clId="{E4E19776-AA89-4579-B0CB-50FEF10C4E93}" dt="2026-03-30T05:31:38.865" v="2527" actId="20577"/>
      <pc:docMkLst>
        <pc:docMk/>
      </pc:docMkLst>
      <pc:sldChg chg="modSp mod">
        <pc:chgData name="Ezra Weible" userId="67bcaf2f89c4552e" providerId="LiveId" clId="{E4E19776-AA89-4579-B0CB-50FEF10C4E93}" dt="2026-03-30T04:57:40.415" v="12" actId="20577"/>
        <pc:sldMkLst>
          <pc:docMk/>
          <pc:sldMk cId="172457528" sldId="256"/>
        </pc:sldMkLst>
        <pc:spChg chg="mod">
          <ac:chgData name="Ezra Weible" userId="67bcaf2f89c4552e" providerId="LiveId" clId="{E4E19776-AA89-4579-B0CB-50FEF10C4E93}" dt="2026-03-30T04:57:40.415" v="12" actId="20577"/>
          <ac:spMkLst>
            <pc:docMk/>
            <pc:sldMk cId="172457528" sldId="256"/>
            <ac:spMk id="2" creationId="{22BA05CB-D135-24A4-70E2-C769C9D4E398}"/>
          </ac:spMkLst>
        </pc:spChg>
        <pc:spChg chg="mod">
          <ac:chgData name="Ezra Weible" userId="67bcaf2f89c4552e" providerId="LiveId" clId="{E4E19776-AA89-4579-B0CB-50FEF10C4E93}" dt="2026-03-30T04:57:26.624" v="10" actId="20577"/>
          <ac:spMkLst>
            <pc:docMk/>
            <pc:sldMk cId="172457528" sldId="256"/>
            <ac:spMk id="3" creationId="{738EDFCD-1365-0B50-E2C7-26389D8331A7}"/>
          </ac:spMkLst>
        </pc:spChg>
      </pc:sldChg>
      <pc:sldChg chg="delSp modSp del mod">
        <pc:chgData name="Ezra Weible" userId="67bcaf2f89c4552e" providerId="LiveId" clId="{E4E19776-AA89-4579-B0CB-50FEF10C4E93}" dt="2026-03-30T05:03:39.165" v="80" actId="47"/>
        <pc:sldMkLst>
          <pc:docMk/>
          <pc:sldMk cId="3886421937" sldId="258"/>
        </pc:sldMkLst>
        <pc:spChg chg="mod">
          <ac:chgData name="Ezra Weible" userId="67bcaf2f89c4552e" providerId="LiveId" clId="{E4E19776-AA89-4579-B0CB-50FEF10C4E93}" dt="2026-03-30T05:03:36.416" v="78" actId="21"/>
          <ac:spMkLst>
            <pc:docMk/>
            <pc:sldMk cId="3886421937" sldId="258"/>
            <ac:spMk id="2" creationId="{2388FA23-D7FB-336E-27D3-D22A653A0920}"/>
          </ac:spMkLst>
        </pc:spChg>
        <pc:spChg chg="mod">
          <ac:chgData name="Ezra Weible" userId="67bcaf2f89c4552e" providerId="LiveId" clId="{E4E19776-AA89-4579-B0CB-50FEF10C4E93}" dt="2026-03-30T05:03:30.827" v="76" actId="1076"/>
          <ac:spMkLst>
            <pc:docMk/>
            <pc:sldMk cId="3886421937" sldId="258"/>
            <ac:spMk id="3" creationId="{3DDEC1C9-F0BB-944E-104A-1C46C5D25AF4}"/>
          </ac:spMkLst>
        </pc:spChg>
        <pc:picChg chg="del">
          <ac:chgData name="Ezra Weible" userId="67bcaf2f89c4552e" providerId="LiveId" clId="{E4E19776-AA89-4579-B0CB-50FEF10C4E93}" dt="2026-03-30T05:03:26.515" v="75" actId="478"/>
          <ac:picMkLst>
            <pc:docMk/>
            <pc:sldMk cId="3886421937" sldId="258"/>
            <ac:picMk id="6" creationId="{72A2132F-682C-7649-E642-D8CF72185C60}"/>
          </ac:picMkLst>
        </pc:picChg>
      </pc:sldChg>
      <pc:sldChg chg="addSp delSp modSp mod ord modNotesTx">
        <pc:chgData name="Ezra Weible" userId="67bcaf2f89c4552e" providerId="LiveId" clId="{E4E19776-AA89-4579-B0CB-50FEF10C4E93}" dt="2026-03-30T05:16:14.975" v="1097" actId="20577"/>
        <pc:sldMkLst>
          <pc:docMk/>
          <pc:sldMk cId="387199353" sldId="259"/>
        </pc:sldMkLst>
        <pc:spChg chg="mod">
          <ac:chgData name="Ezra Weible" userId="67bcaf2f89c4552e" providerId="LiveId" clId="{E4E19776-AA89-4579-B0CB-50FEF10C4E93}" dt="2026-03-30T05:06:23.795" v="492" actId="20577"/>
          <ac:spMkLst>
            <pc:docMk/>
            <pc:sldMk cId="387199353" sldId="259"/>
            <ac:spMk id="2" creationId="{518015DF-3CD4-329A-4010-2682136C7949}"/>
          </ac:spMkLst>
        </pc:spChg>
        <pc:spChg chg="del">
          <ac:chgData name="Ezra Weible" userId="67bcaf2f89c4552e" providerId="LiveId" clId="{E4E19776-AA89-4579-B0CB-50FEF10C4E93}" dt="2026-03-30T05:06:57.194" v="493" actId="478"/>
          <ac:spMkLst>
            <pc:docMk/>
            <pc:sldMk cId="387199353" sldId="259"/>
            <ac:spMk id="3" creationId="{C8E021CD-AE97-EDA5-E14F-25C0B1E7C85E}"/>
          </ac:spMkLst>
        </pc:spChg>
        <pc:spChg chg="add mod">
          <ac:chgData name="Ezra Weible" userId="67bcaf2f89c4552e" providerId="LiveId" clId="{E4E19776-AA89-4579-B0CB-50FEF10C4E93}" dt="2026-03-30T05:15:06.746" v="1004" actId="1076"/>
          <ac:spMkLst>
            <pc:docMk/>
            <pc:sldMk cId="387199353" sldId="259"/>
            <ac:spMk id="5" creationId="{7DEB2388-59F8-42F4-0DAD-CDC49B3969F6}"/>
          </ac:spMkLst>
        </pc:spChg>
        <pc:spChg chg="add del">
          <ac:chgData name="Ezra Weible" userId="67bcaf2f89c4552e" providerId="LiveId" clId="{E4E19776-AA89-4579-B0CB-50FEF10C4E93}" dt="2026-03-30T05:06:58.225" v="495" actId="22"/>
          <ac:spMkLst>
            <pc:docMk/>
            <pc:sldMk cId="387199353" sldId="259"/>
            <ac:spMk id="7" creationId="{6756E464-F881-21D9-6668-C97CAF14C2E2}"/>
          </ac:spMkLst>
        </pc:spChg>
        <pc:spChg chg="add mod">
          <ac:chgData name="Ezra Weible" userId="67bcaf2f89c4552e" providerId="LiveId" clId="{E4E19776-AA89-4579-B0CB-50FEF10C4E93}" dt="2026-03-30T05:10:16.455" v="599" actId="767"/>
          <ac:spMkLst>
            <pc:docMk/>
            <pc:sldMk cId="387199353" sldId="259"/>
            <ac:spMk id="8" creationId="{D791572C-ACA2-7450-74CF-4AF67AA652CA}"/>
          </ac:spMkLst>
        </pc:spChg>
        <pc:spChg chg="add del mod">
          <ac:chgData name="Ezra Weible" userId="67bcaf2f89c4552e" providerId="LiveId" clId="{E4E19776-AA89-4579-B0CB-50FEF10C4E93}" dt="2026-03-30T05:11:24.945" v="624"/>
          <ac:spMkLst>
            <pc:docMk/>
            <pc:sldMk cId="387199353" sldId="259"/>
            <ac:spMk id="9" creationId="{EAB72254-0FCD-9CBA-A5CD-B9B534CCD2BE}"/>
          </ac:spMkLst>
        </pc:spChg>
        <pc:spChg chg="add del">
          <ac:chgData name="Ezra Weible" userId="67bcaf2f89c4552e" providerId="LiveId" clId="{E4E19776-AA89-4579-B0CB-50FEF10C4E93}" dt="2026-03-30T05:10:58.967" v="612" actId="22"/>
          <ac:spMkLst>
            <pc:docMk/>
            <pc:sldMk cId="387199353" sldId="259"/>
            <ac:spMk id="11" creationId="{B73AC73D-184C-1276-8C5C-F121D491DD5C}"/>
          </ac:spMkLst>
        </pc:spChg>
        <pc:spChg chg="add mod">
          <ac:chgData name="Ezra Weible" userId="67bcaf2f89c4552e" providerId="LiveId" clId="{E4E19776-AA89-4579-B0CB-50FEF10C4E93}" dt="2026-03-30T05:15:09.665" v="1005" actId="1076"/>
          <ac:spMkLst>
            <pc:docMk/>
            <pc:sldMk cId="387199353" sldId="259"/>
            <ac:spMk id="12" creationId="{C7FB2D84-EFBF-6B49-4764-34644694BC48}"/>
          </ac:spMkLst>
        </pc:spChg>
        <pc:spChg chg="add del">
          <ac:chgData name="Ezra Weible" userId="67bcaf2f89c4552e" providerId="LiveId" clId="{E4E19776-AA89-4579-B0CB-50FEF10C4E93}" dt="2026-03-30T05:13:46.789" v="864" actId="22"/>
          <ac:spMkLst>
            <pc:docMk/>
            <pc:sldMk cId="387199353" sldId="259"/>
            <ac:spMk id="14" creationId="{D884751E-F7F3-64FF-EB73-2A0E4CCDFB64}"/>
          </ac:spMkLst>
        </pc:spChg>
        <pc:spChg chg="add mod">
          <ac:chgData name="Ezra Weible" userId="67bcaf2f89c4552e" providerId="LiveId" clId="{E4E19776-AA89-4579-B0CB-50FEF10C4E93}" dt="2026-03-30T05:15:55.011" v="1096" actId="20577"/>
          <ac:spMkLst>
            <pc:docMk/>
            <pc:sldMk cId="387199353" sldId="259"/>
            <ac:spMk id="16" creationId="{8F15DD56-E0FF-A28F-198B-39C6256AA827}"/>
          </ac:spMkLst>
        </pc:spChg>
      </pc:sldChg>
      <pc:sldChg chg="addSp delSp modSp del mod">
        <pc:chgData name="Ezra Weible" userId="67bcaf2f89c4552e" providerId="LiveId" clId="{E4E19776-AA89-4579-B0CB-50FEF10C4E93}" dt="2026-03-30T05:16:38.147" v="1109" actId="47"/>
        <pc:sldMkLst>
          <pc:docMk/>
          <pc:sldMk cId="3662945949" sldId="260"/>
        </pc:sldMkLst>
        <pc:spChg chg="del mod">
          <ac:chgData name="Ezra Weible" userId="67bcaf2f89c4552e" providerId="LiveId" clId="{E4E19776-AA89-4579-B0CB-50FEF10C4E93}" dt="2026-03-30T05:16:34.235" v="1107" actId="478"/>
          <ac:spMkLst>
            <pc:docMk/>
            <pc:sldMk cId="3662945949" sldId="260"/>
            <ac:spMk id="2" creationId="{B2944C85-5A76-96FD-50F8-486CF4A0FFFA}"/>
          </ac:spMkLst>
        </pc:spChg>
        <pc:spChg chg="add mod">
          <ac:chgData name="Ezra Weible" userId="67bcaf2f89c4552e" providerId="LiveId" clId="{E4E19776-AA89-4579-B0CB-50FEF10C4E93}" dt="2026-03-30T05:16:34.235" v="1107" actId="478"/>
          <ac:spMkLst>
            <pc:docMk/>
            <pc:sldMk cId="3662945949" sldId="260"/>
            <ac:spMk id="4" creationId="{4DE8C170-8B98-BE94-A57E-7F5A30661700}"/>
          </ac:spMkLst>
        </pc:spChg>
        <pc:spChg chg="del mod">
          <ac:chgData name="Ezra Weible" userId="67bcaf2f89c4552e" providerId="LiveId" clId="{E4E19776-AA89-4579-B0CB-50FEF10C4E93}" dt="2026-03-30T05:16:27.575" v="1102" actId="478"/>
          <ac:spMkLst>
            <pc:docMk/>
            <pc:sldMk cId="3662945949" sldId="260"/>
            <ac:spMk id="8" creationId="{2678A103-B34A-7245-70D3-19061D09F596}"/>
          </ac:spMkLst>
        </pc:spChg>
        <pc:spChg chg="del mod">
          <ac:chgData name="Ezra Weible" userId="67bcaf2f89c4552e" providerId="LiveId" clId="{E4E19776-AA89-4579-B0CB-50FEF10C4E93}" dt="2026-03-30T05:16:30.895" v="1105" actId="478"/>
          <ac:spMkLst>
            <pc:docMk/>
            <pc:sldMk cId="3662945949" sldId="260"/>
            <ac:spMk id="10" creationId="{278B4911-AAF2-73BA-87E9-8638E6A10DB3}"/>
          </ac:spMkLst>
        </pc:spChg>
        <pc:spChg chg="del">
          <ac:chgData name="Ezra Weible" userId="67bcaf2f89c4552e" providerId="LiveId" clId="{E4E19776-AA89-4579-B0CB-50FEF10C4E93}" dt="2026-03-30T05:16:26.305" v="1100" actId="478"/>
          <ac:spMkLst>
            <pc:docMk/>
            <pc:sldMk cId="3662945949" sldId="260"/>
            <ac:spMk id="20" creationId="{EAB8A822-D31F-B0D8-A93B-8FA4DA1E44A5}"/>
          </ac:spMkLst>
        </pc:spChg>
        <pc:spChg chg="del">
          <ac:chgData name="Ezra Weible" userId="67bcaf2f89c4552e" providerId="LiveId" clId="{E4E19776-AA89-4579-B0CB-50FEF10C4E93}" dt="2026-03-30T05:16:32.899" v="1106" actId="478"/>
          <ac:spMkLst>
            <pc:docMk/>
            <pc:sldMk cId="3662945949" sldId="260"/>
            <ac:spMk id="21" creationId="{CCA07D77-2269-D274-738F-B2444736DC13}"/>
          </ac:spMkLst>
        </pc:spChg>
        <pc:picChg chg="del">
          <ac:chgData name="Ezra Weible" userId="67bcaf2f89c4552e" providerId="LiveId" clId="{E4E19776-AA89-4579-B0CB-50FEF10C4E93}" dt="2026-03-30T05:16:24.555" v="1098" actId="478"/>
          <ac:picMkLst>
            <pc:docMk/>
            <pc:sldMk cId="3662945949" sldId="260"/>
            <ac:picMk id="5" creationId="{CBF2EA4A-770B-A007-C32D-C113EF253623}"/>
          </ac:picMkLst>
        </pc:picChg>
        <pc:picChg chg="del">
          <ac:chgData name="Ezra Weible" userId="67bcaf2f89c4552e" providerId="LiveId" clId="{E4E19776-AA89-4579-B0CB-50FEF10C4E93}" dt="2026-03-30T05:16:25.495" v="1099" actId="478"/>
          <ac:picMkLst>
            <pc:docMk/>
            <pc:sldMk cId="3662945949" sldId="260"/>
            <ac:picMk id="7" creationId="{D9494F59-A2CB-EC87-AA9B-041040610F76}"/>
          </ac:picMkLst>
        </pc:picChg>
        <pc:cxnChg chg="del">
          <ac:chgData name="Ezra Weible" userId="67bcaf2f89c4552e" providerId="LiveId" clId="{E4E19776-AA89-4579-B0CB-50FEF10C4E93}" dt="2026-03-30T05:16:29.677" v="1103" actId="478"/>
          <ac:cxnSpMkLst>
            <pc:docMk/>
            <pc:sldMk cId="3662945949" sldId="260"/>
            <ac:cxnSpMk id="14" creationId="{FDFA17A8-8C28-A290-AA5A-52FF2677DB26}"/>
          </ac:cxnSpMkLst>
        </pc:cxnChg>
      </pc:sldChg>
      <pc:sldChg chg="addSp delSp modSp mod delAnim modNotesTx">
        <pc:chgData name="Ezra Weible" userId="67bcaf2f89c4552e" providerId="LiveId" clId="{E4E19776-AA89-4579-B0CB-50FEF10C4E93}" dt="2026-03-30T05:22:50.495" v="1603" actId="1076"/>
        <pc:sldMkLst>
          <pc:docMk/>
          <pc:sldMk cId="3421660498" sldId="261"/>
        </pc:sldMkLst>
        <pc:spChg chg="mod">
          <ac:chgData name="Ezra Weible" userId="67bcaf2f89c4552e" providerId="LiveId" clId="{E4E19776-AA89-4579-B0CB-50FEF10C4E93}" dt="2026-03-30T05:18:59.751" v="1377" actId="20577"/>
          <ac:spMkLst>
            <pc:docMk/>
            <pc:sldMk cId="3421660498" sldId="261"/>
            <ac:spMk id="2" creationId="{AF467FC7-B7BC-970E-1FA6-9034E8AF46F6}"/>
          </ac:spMkLst>
        </pc:spChg>
        <pc:spChg chg="mod">
          <ac:chgData name="Ezra Weible" userId="67bcaf2f89c4552e" providerId="LiveId" clId="{E4E19776-AA89-4579-B0CB-50FEF10C4E93}" dt="2026-03-30T05:22:50.495" v="1603" actId="1076"/>
          <ac:spMkLst>
            <pc:docMk/>
            <pc:sldMk cId="3421660498" sldId="261"/>
            <ac:spMk id="8" creationId="{E0B6ED8A-E67E-B8F5-16BB-5BF975943A7A}"/>
          </ac:spMkLst>
        </pc:spChg>
        <pc:picChg chg="del">
          <ac:chgData name="Ezra Weible" userId="67bcaf2f89c4552e" providerId="LiveId" clId="{E4E19776-AA89-4579-B0CB-50FEF10C4E93}" dt="2026-03-30T05:18:43.835" v="1368" actId="478"/>
          <ac:picMkLst>
            <pc:docMk/>
            <pc:sldMk cId="3421660498" sldId="261"/>
            <ac:picMk id="4" creationId="{3BC8F1A8-A1F2-83A3-E59A-EC8BBC07D73B}"/>
          </ac:picMkLst>
        </pc:picChg>
        <pc:picChg chg="add mod ord modCrop">
          <ac:chgData name="Ezra Weible" userId="67bcaf2f89c4552e" providerId="LiveId" clId="{E4E19776-AA89-4579-B0CB-50FEF10C4E93}" dt="2026-03-30T05:22:31.903" v="1597" actId="167"/>
          <ac:picMkLst>
            <pc:docMk/>
            <pc:sldMk cId="3421660498" sldId="261"/>
            <ac:picMk id="5" creationId="{D76482A7-91E5-F49F-360C-FD7B1E49AFE0}"/>
          </ac:picMkLst>
        </pc:picChg>
        <pc:picChg chg="del">
          <ac:chgData name="Ezra Weible" userId="67bcaf2f89c4552e" providerId="LiveId" clId="{E4E19776-AA89-4579-B0CB-50FEF10C4E93}" dt="2026-03-30T05:18:42.555" v="1367" actId="478"/>
          <ac:picMkLst>
            <pc:docMk/>
            <pc:sldMk cId="3421660498" sldId="261"/>
            <ac:picMk id="9" creationId="{00FB87A4-003E-9585-3627-597978215511}"/>
          </ac:picMkLst>
        </pc:picChg>
      </pc:sldChg>
      <pc:sldChg chg="addSp delSp modSp del mod">
        <pc:chgData name="Ezra Weible" userId="67bcaf2f89c4552e" providerId="LiveId" clId="{E4E19776-AA89-4579-B0CB-50FEF10C4E93}" dt="2026-03-30T05:21:28.909" v="1566" actId="47"/>
        <pc:sldMkLst>
          <pc:docMk/>
          <pc:sldMk cId="4241141346" sldId="262"/>
        </pc:sldMkLst>
        <pc:spChg chg="mod">
          <ac:chgData name="Ezra Weible" userId="67bcaf2f89c4552e" providerId="LiveId" clId="{E4E19776-AA89-4579-B0CB-50FEF10C4E93}" dt="2026-03-30T04:58:48.884" v="50" actId="20577"/>
          <ac:spMkLst>
            <pc:docMk/>
            <pc:sldMk cId="4241141346" sldId="262"/>
            <ac:spMk id="2" creationId="{797F2C28-C500-6BBE-8421-48D477758A8A}"/>
          </ac:spMkLst>
        </pc:spChg>
        <pc:spChg chg="add mod">
          <ac:chgData name="Ezra Weible" userId="67bcaf2f89c4552e" providerId="LiveId" clId="{E4E19776-AA89-4579-B0CB-50FEF10C4E93}" dt="2026-03-30T05:21:22.615" v="1564" actId="478"/>
          <ac:spMkLst>
            <pc:docMk/>
            <pc:sldMk cId="4241141346" sldId="262"/>
            <ac:spMk id="6" creationId="{33A8CC2C-A80C-76A8-7B4A-44AA7A36F8CD}"/>
          </ac:spMkLst>
        </pc:spChg>
        <pc:picChg chg="del">
          <ac:chgData name="Ezra Weible" userId="67bcaf2f89c4552e" providerId="LiveId" clId="{E4E19776-AA89-4579-B0CB-50FEF10C4E93}" dt="2026-03-30T05:21:22.615" v="1564" actId="478"/>
          <ac:picMkLst>
            <pc:docMk/>
            <pc:sldMk cId="4241141346" sldId="262"/>
            <ac:picMk id="5" creationId="{7480106B-FE1D-378C-C5EC-5F80146DBA28}"/>
          </ac:picMkLst>
        </pc:picChg>
      </pc:sldChg>
      <pc:sldChg chg="addSp delSp modSp del mod">
        <pc:chgData name="Ezra Weible" userId="67bcaf2f89c4552e" providerId="LiveId" clId="{E4E19776-AA89-4579-B0CB-50FEF10C4E93}" dt="2026-03-30T05:28:08.533" v="1881" actId="2696"/>
        <pc:sldMkLst>
          <pc:docMk/>
          <pc:sldMk cId="526477587" sldId="263"/>
        </pc:sldMkLst>
        <pc:spChg chg="mod">
          <ac:chgData name="Ezra Weible" userId="67bcaf2f89c4552e" providerId="LiveId" clId="{E4E19776-AA89-4579-B0CB-50FEF10C4E93}" dt="2026-03-30T05:28:03.636" v="1880" actId="20577"/>
          <ac:spMkLst>
            <pc:docMk/>
            <pc:sldMk cId="526477587" sldId="263"/>
            <ac:spMk id="2" creationId="{918BB890-9475-61F8-E4FD-539EB1225540}"/>
          </ac:spMkLst>
        </pc:spChg>
        <pc:spChg chg="del">
          <ac:chgData name="Ezra Weible" userId="67bcaf2f89c4552e" providerId="LiveId" clId="{E4E19776-AA89-4579-B0CB-50FEF10C4E93}" dt="2026-03-30T05:22:00.856" v="1590" actId="478"/>
          <ac:spMkLst>
            <pc:docMk/>
            <pc:sldMk cId="526477587" sldId="263"/>
            <ac:spMk id="3" creationId="{A45962E8-9B6F-3E4F-36EA-FA81667F1DC1}"/>
          </ac:spMkLst>
        </pc:spChg>
        <pc:spChg chg="add del mod">
          <ac:chgData name="Ezra Weible" userId="67bcaf2f89c4552e" providerId="LiveId" clId="{E4E19776-AA89-4579-B0CB-50FEF10C4E93}" dt="2026-03-30T05:22:03.065" v="1592" actId="478"/>
          <ac:spMkLst>
            <pc:docMk/>
            <pc:sldMk cId="526477587" sldId="263"/>
            <ac:spMk id="5" creationId="{0144EE1C-FE34-1CA4-DD49-079CDBE9FC5A}"/>
          </ac:spMkLst>
        </pc:spChg>
        <pc:picChg chg="add del mod">
          <ac:chgData name="Ezra Weible" userId="67bcaf2f89c4552e" providerId="LiveId" clId="{E4E19776-AA89-4579-B0CB-50FEF10C4E93}" dt="2026-03-30T05:24:03.732" v="1612" actId="21"/>
          <ac:picMkLst>
            <pc:docMk/>
            <pc:sldMk cId="526477587" sldId="263"/>
            <ac:picMk id="7" creationId="{5954DB85-F8F9-31F6-50E8-0F253B2B3DF1}"/>
          </ac:picMkLst>
        </pc:picChg>
      </pc:sldChg>
      <pc:sldChg chg="modSp new mod">
        <pc:chgData name="Ezra Weible" userId="67bcaf2f89c4552e" providerId="LiveId" clId="{E4E19776-AA89-4579-B0CB-50FEF10C4E93}" dt="2026-03-30T05:13:42.715" v="862" actId="20577"/>
        <pc:sldMkLst>
          <pc:docMk/>
          <pc:sldMk cId="2031114758" sldId="264"/>
        </pc:sldMkLst>
        <pc:spChg chg="mod">
          <ac:chgData name="Ezra Weible" userId="67bcaf2f89c4552e" providerId="LiveId" clId="{E4E19776-AA89-4579-B0CB-50FEF10C4E93}" dt="2026-03-30T05:03:37.755" v="79"/>
          <ac:spMkLst>
            <pc:docMk/>
            <pc:sldMk cId="2031114758" sldId="264"/>
            <ac:spMk id="2" creationId="{888CE440-A711-DA0A-F27C-3824202A30A0}"/>
          </ac:spMkLst>
        </pc:spChg>
        <pc:spChg chg="mod">
          <ac:chgData name="Ezra Weible" userId="67bcaf2f89c4552e" providerId="LiveId" clId="{E4E19776-AA89-4579-B0CB-50FEF10C4E93}" dt="2026-03-30T05:13:42.715" v="862" actId="20577"/>
          <ac:spMkLst>
            <pc:docMk/>
            <pc:sldMk cId="2031114758" sldId="264"/>
            <ac:spMk id="3" creationId="{395CE210-4720-AB4F-CD87-F7A2064C49EC}"/>
          </ac:spMkLst>
        </pc:spChg>
      </pc:sldChg>
      <pc:sldChg chg="addSp delSp modSp new mod">
        <pc:chgData name="Ezra Weible" userId="67bcaf2f89c4552e" providerId="LiveId" clId="{E4E19776-AA89-4579-B0CB-50FEF10C4E93}" dt="2026-03-30T05:18:32.237" v="1366" actId="6549"/>
        <pc:sldMkLst>
          <pc:docMk/>
          <pc:sldMk cId="497020878" sldId="265"/>
        </pc:sldMkLst>
        <pc:spChg chg="mod ord">
          <ac:chgData name="Ezra Weible" userId="67bcaf2f89c4552e" providerId="LiveId" clId="{E4E19776-AA89-4579-B0CB-50FEF10C4E93}" dt="2026-03-30T05:17:12.605" v="1131" actId="166"/>
          <ac:spMkLst>
            <pc:docMk/>
            <pc:sldMk cId="497020878" sldId="265"/>
            <ac:spMk id="2" creationId="{1E113C99-82F6-999D-CD04-7AED19063F26}"/>
          </ac:spMkLst>
        </pc:spChg>
        <pc:spChg chg="del">
          <ac:chgData name="Ezra Weible" userId="67bcaf2f89c4552e" providerId="LiveId" clId="{E4E19776-AA89-4579-B0CB-50FEF10C4E93}" dt="2026-03-30T05:16:55.585" v="1126" actId="931"/>
          <ac:spMkLst>
            <pc:docMk/>
            <pc:sldMk cId="497020878" sldId="265"/>
            <ac:spMk id="3" creationId="{5BA19018-FCB7-A0BE-E091-83F0755EBB70}"/>
          </ac:spMkLst>
        </pc:spChg>
        <pc:spChg chg="add mod">
          <ac:chgData name="Ezra Weible" userId="67bcaf2f89c4552e" providerId="LiveId" clId="{E4E19776-AA89-4579-B0CB-50FEF10C4E93}" dt="2026-03-30T05:18:32.237" v="1366" actId="6549"/>
          <ac:spMkLst>
            <pc:docMk/>
            <pc:sldMk cId="497020878" sldId="265"/>
            <ac:spMk id="6" creationId="{092DCA6E-B1D1-CC94-CA30-C185F85D16EA}"/>
          </ac:spMkLst>
        </pc:spChg>
        <pc:picChg chg="add mod ord">
          <ac:chgData name="Ezra Weible" userId="67bcaf2f89c4552e" providerId="LiveId" clId="{E4E19776-AA89-4579-B0CB-50FEF10C4E93}" dt="2026-03-30T05:17:05.866" v="1129" actId="1076"/>
          <ac:picMkLst>
            <pc:docMk/>
            <pc:sldMk cId="497020878" sldId="265"/>
            <ac:picMk id="5" creationId="{D8106DB9-A5FD-9D50-3401-AACA45343A54}"/>
          </ac:picMkLst>
        </pc:picChg>
      </pc:sldChg>
      <pc:sldChg chg="addSp delSp modSp add mod">
        <pc:chgData name="Ezra Weible" userId="67bcaf2f89c4552e" providerId="LiveId" clId="{E4E19776-AA89-4579-B0CB-50FEF10C4E93}" dt="2026-03-30T05:27:52.813" v="1870" actId="404"/>
        <pc:sldMkLst>
          <pc:docMk/>
          <pc:sldMk cId="2372827335" sldId="266"/>
        </pc:sldMkLst>
        <pc:spChg chg="mod">
          <ac:chgData name="Ezra Weible" userId="67bcaf2f89c4552e" providerId="LiveId" clId="{E4E19776-AA89-4579-B0CB-50FEF10C4E93}" dt="2026-03-30T05:21:32.302" v="1568" actId="20577"/>
          <ac:spMkLst>
            <pc:docMk/>
            <pc:sldMk cId="2372827335" sldId="266"/>
            <ac:spMk id="2" creationId="{9FFDA582-4EDA-CAD7-0235-E4DAE2F1BA33}"/>
          </ac:spMkLst>
        </pc:spChg>
        <pc:spChg chg="add del mod">
          <ac:chgData name="Ezra Weible" userId="67bcaf2f89c4552e" providerId="LiveId" clId="{E4E19776-AA89-4579-B0CB-50FEF10C4E93}" dt="2026-03-30T05:21:36.545" v="1570" actId="478"/>
          <ac:spMkLst>
            <pc:docMk/>
            <pc:sldMk cId="2372827335" sldId="266"/>
            <ac:spMk id="4" creationId="{11E29A3F-7DDE-F1BD-037D-230BFCE10DF5}"/>
          </ac:spMkLst>
        </pc:spChg>
        <pc:spChg chg="del">
          <ac:chgData name="Ezra Weible" userId="67bcaf2f89c4552e" providerId="LiveId" clId="{E4E19776-AA89-4579-B0CB-50FEF10C4E93}" dt="2026-03-30T05:21:34.731" v="1569" actId="478"/>
          <ac:spMkLst>
            <pc:docMk/>
            <pc:sldMk cId="2372827335" sldId="266"/>
            <ac:spMk id="8" creationId="{91EFB890-4D01-D15D-0935-56709F775B8A}"/>
          </ac:spMkLst>
        </pc:spChg>
        <pc:spChg chg="add del mod">
          <ac:chgData name="Ezra Weible" userId="67bcaf2f89c4552e" providerId="LiveId" clId="{E4E19776-AA89-4579-B0CB-50FEF10C4E93}" dt="2026-03-30T05:24:12.025" v="1616" actId="478"/>
          <ac:spMkLst>
            <pc:docMk/>
            <pc:sldMk cId="2372827335" sldId="266"/>
            <ac:spMk id="11" creationId="{424450B4-7261-0478-D7E3-5DB746A39B22}"/>
          </ac:spMkLst>
        </pc:spChg>
        <pc:spChg chg="add mod">
          <ac:chgData name="Ezra Weible" userId="67bcaf2f89c4552e" providerId="LiveId" clId="{E4E19776-AA89-4579-B0CB-50FEF10C4E93}" dt="2026-03-30T05:27:52.813" v="1870" actId="404"/>
          <ac:spMkLst>
            <pc:docMk/>
            <pc:sldMk cId="2372827335" sldId="266"/>
            <ac:spMk id="13" creationId="{9942B377-B46E-09E1-6419-DD3A3D6964B2}"/>
          </ac:spMkLst>
        </pc:spChg>
        <pc:picChg chg="del mod">
          <ac:chgData name="Ezra Weible" userId="67bcaf2f89c4552e" providerId="LiveId" clId="{E4E19776-AA89-4579-B0CB-50FEF10C4E93}" dt="2026-03-30T05:21:37.037" v="1572" actId="478"/>
          <ac:picMkLst>
            <pc:docMk/>
            <pc:sldMk cId="2372827335" sldId="266"/>
            <ac:picMk id="5" creationId="{C12E9B44-D15E-C3E8-7E39-E8910C89911C}"/>
          </ac:picMkLst>
        </pc:picChg>
        <pc:picChg chg="add del mod">
          <ac:chgData name="Ezra Weible" userId="67bcaf2f89c4552e" providerId="LiveId" clId="{E4E19776-AA89-4579-B0CB-50FEF10C4E93}" dt="2026-03-30T05:21:50.990" v="1576" actId="21"/>
          <ac:picMkLst>
            <pc:docMk/>
            <pc:sldMk cId="2372827335" sldId="266"/>
            <ac:picMk id="7" creationId="{5954DB85-F8F9-31F6-50E8-0F253B2B3DF1}"/>
          </ac:picMkLst>
        </pc:picChg>
        <pc:picChg chg="add mod modCrop">
          <ac:chgData name="Ezra Weible" userId="67bcaf2f89c4552e" providerId="LiveId" clId="{E4E19776-AA89-4579-B0CB-50FEF10C4E93}" dt="2026-03-30T05:27:07.821" v="1854" actId="14100"/>
          <ac:picMkLst>
            <pc:docMk/>
            <pc:sldMk cId="2372827335" sldId="266"/>
            <ac:picMk id="10" creationId="{15515D96-C826-5E85-2960-E79192D77576}"/>
          </ac:picMkLst>
        </pc:picChg>
        <pc:picChg chg="add mod">
          <ac:chgData name="Ezra Weible" userId="67bcaf2f89c4552e" providerId="LiveId" clId="{E4E19776-AA89-4579-B0CB-50FEF10C4E93}" dt="2026-03-30T05:27:17.285" v="1856" actId="1076"/>
          <ac:picMkLst>
            <pc:docMk/>
            <pc:sldMk cId="2372827335" sldId="266"/>
            <ac:picMk id="12" creationId="{5954DB85-F8F9-31F6-50E8-0F253B2B3DF1}"/>
          </ac:picMkLst>
        </pc:picChg>
      </pc:sldChg>
      <pc:sldChg chg="modSp new mod">
        <pc:chgData name="Ezra Weible" userId="67bcaf2f89c4552e" providerId="LiveId" clId="{E4E19776-AA89-4579-B0CB-50FEF10C4E93}" dt="2026-03-30T05:31:38.865" v="2527" actId="20577"/>
        <pc:sldMkLst>
          <pc:docMk/>
          <pc:sldMk cId="3098210706" sldId="267"/>
        </pc:sldMkLst>
        <pc:spChg chg="mod">
          <ac:chgData name="Ezra Weible" userId="67bcaf2f89c4552e" providerId="LiveId" clId="{E4E19776-AA89-4579-B0CB-50FEF10C4E93}" dt="2026-03-30T05:28:12.646" v="1892" actId="20577"/>
          <ac:spMkLst>
            <pc:docMk/>
            <pc:sldMk cId="3098210706" sldId="267"/>
            <ac:spMk id="2" creationId="{CD2956CC-2C13-4965-99B4-D56696CDF062}"/>
          </ac:spMkLst>
        </pc:spChg>
        <pc:spChg chg="mod">
          <ac:chgData name="Ezra Weible" userId="67bcaf2f89c4552e" providerId="LiveId" clId="{E4E19776-AA89-4579-B0CB-50FEF10C4E93}" dt="2026-03-30T05:31:38.865" v="2527" actId="20577"/>
          <ac:spMkLst>
            <pc:docMk/>
            <pc:sldMk cId="3098210706" sldId="267"/>
            <ac:spMk id="3" creationId="{481B33D7-794F-1509-4B5F-030772F08C2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0EFA4-960B-4904-885A-CF0C95618E09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332F0-876C-42EC-A93C-C92102BDEA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197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104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Tx/>
              <a:buChar char="-"/>
            </a:pPr>
            <a:endParaRPr lang="en-US" dirty="0"/>
          </a:p>
          <a:p>
            <a:pPr marL="628650" lvl="1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99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901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FFA8A-8C9F-673C-DFAC-76FCF0EC7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4B92C-463B-BFBC-6F3A-6402988AF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30550-A6DA-3956-D42E-5F4E807D2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76463-154D-7042-71FF-C0012F815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47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E284-64B5-C5D0-B3E8-564B73702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E5E8C-B0F2-6FFF-B663-5CD4BFCB6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A83D9-3923-6FBF-2132-DF3B625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C66B7-5DCF-F354-99F5-75EA97264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F299-A6EC-872F-DF77-F4CBF6B2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9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6D16-20B0-7319-6F13-8ABC50A7C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911CC-EF93-806C-60D4-1044A7C97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69CA3-BC5E-8CFF-5BB1-352569EA2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F8AAD-C092-8241-FCAC-A257BC84D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F29A6-EF3C-B25F-DDF5-10998823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640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46E-9883-C29B-92B5-5252065B8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1D6CD-7DC6-6EFE-70DC-4FBD8518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976F6-7626-FF16-8FAE-5F493D0D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003DA-F8FF-10B8-5230-9F43CD8BF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178A4-9DDB-6A2B-2C2C-33E29AB3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8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06E0-AC4F-2D00-F35A-1D7E1F0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46523-327E-67A2-7032-1ECB97AFF7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DBDCC8-6EF1-3C7A-4964-86B33378F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8C719-8DEC-D9F6-961B-25D3A9809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5B53F-FF12-D94D-89AE-D2355F96B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ABA882-A2DD-197D-0E2D-2FFAC612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502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1F11-0ADF-C696-603F-FC53DF2EB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BC530-81D9-555E-BC6C-443C2E64E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3B3BD-6DB5-A52C-D86A-E9CA6B210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F80B23-6581-F8F8-8680-F99B88D873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BA9478-C477-3BD6-61C6-7CB945236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24A826-53E0-91EF-1534-68169DD42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80B5AC-8FEE-5D43-79EC-0F53CF4E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F3D00E-B4E1-C52C-2309-236330306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83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2AFB-FA74-68B4-1558-2A692037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C5D354-5C3B-5A5D-D408-2DE6E7BD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4B3425-CDA8-45DE-77B7-C609D89E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C970A-6B22-1C61-C8A0-DA82373E4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00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7C6FF0-32B9-9670-A3DE-4E7110CF2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F49CF-FE7A-762D-2FA1-2011677CE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5CA7A-D98D-427E-F6B4-C8B6F72E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499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F34D2-3E61-A062-D0D6-3E4BCF99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1394D-6F94-9FD3-FE5B-607D94A41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9AA088-804B-7E89-3D19-11693890C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A1C07-3CA2-EBAC-E839-63E52771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9A2230-91E0-891F-AD24-5C2321A2D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E9D8A3-04C0-B1E9-CA62-E71B64B4F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41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0F111-FDAD-319E-E960-FD60927F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D7592-443C-9CF6-D6B2-D867FF27D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E907-A511-B6A5-3E12-50584FAF0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0F5EC8-DD5D-0A95-83A7-EA790E569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2D766-52D1-D8A3-EB93-DA0E04E8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A520C-A548-6FF1-8EFD-D111D91C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427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5A4C7-4F50-9423-8EA2-A43D5F53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6F77-B750-8B23-A67E-174249E76B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42D16-4826-031B-04A2-0E154D998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A1258-7FC9-DA63-6F7D-6A053BD1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99362-B7BA-6A6C-9ABD-2DB8686B6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4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3B060C-C061-E9CF-1A20-889C2DC5CB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C11011-8FEA-2AFF-C95C-9B0091DC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A19C9-4B35-D17D-D748-D7368AD66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3F49-C5CD-E519-C0B0-6BACBDED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58C32-F9B8-AFC4-7F12-CEF8C548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544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AF288-A17E-144A-D40C-D80E47E5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BE835-34B0-9AA4-0636-29BD19862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E5F96-C992-004B-B99B-33B633D9E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4AEBB-EB7F-487C-A8ED-8DBAC0E887FE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77DB2-676F-AA7A-CF45-9C780740B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D508A-9F91-0102-E875-45ED9A8F7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3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05CB-D135-24A4-70E2-C769C9D4E3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Alzheimer’s Disease and Aging: </a:t>
            </a:r>
            <a:br>
              <a:rPr lang="en-US" sz="4400" dirty="0"/>
            </a:br>
            <a:r>
              <a:rPr lang="en-US" sz="4400" dirty="0"/>
              <a:t>Aims 1 and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EDFCD-1365-0B50-E2C7-26389D8331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2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30 March 2026</a:t>
            </a:r>
          </a:p>
        </p:txBody>
      </p:sp>
    </p:spTree>
    <p:extLst>
      <p:ext uri="{BB962C8B-B14F-4D97-AF65-F5344CB8AC3E}">
        <p14:creationId xmlns:p14="http://schemas.microsoft.com/office/powerpoint/2010/main" val="172457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E440-A711-DA0A-F27C-3824202A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 and Aim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E210-4720-AB4F-CD87-F7A2064C4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Aim 1: Are inflammatory markers (IL-6, TNF-</a:t>
            </a:r>
            <a:r>
              <a:rPr lang="el-GR" dirty="0"/>
              <a:t>α</a:t>
            </a:r>
            <a:r>
              <a:rPr lang="en-US" dirty="0"/>
              <a:t>, MCP-1, Eotaxin-1) associated with 1 year changes in memory and cortical thickness?</a:t>
            </a:r>
          </a:p>
          <a:p>
            <a:pPr lvl="1"/>
            <a:r>
              <a:rPr lang="en-US" dirty="0"/>
              <a:t>Hypothesis 1a: Baseline inflammatory markers</a:t>
            </a:r>
          </a:p>
          <a:p>
            <a:pPr lvl="1"/>
            <a:r>
              <a:rPr lang="en-US" dirty="0"/>
              <a:t>Hypothesis 1b: 1 year change inflammatory markers</a:t>
            </a:r>
          </a:p>
          <a:p>
            <a:pPr lvl="2"/>
            <a:endParaRPr lang="en-US" dirty="0"/>
          </a:p>
          <a:p>
            <a:r>
              <a:rPr lang="en-US" dirty="0"/>
              <a:t>Aim 2: Does amyloid deposition modify these associations?</a:t>
            </a:r>
          </a:p>
          <a:p>
            <a:pPr lvl="1"/>
            <a:r>
              <a:rPr lang="en-US" dirty="0"/>
              <a:t>Primary Hypothesis: Baseline inflammatory markers</a:t>
            </a:r>
          </a:p>
          <a:p>
            <a:pPr lvl="1"/>
            <a:r>
              <a:rPr lang="en-US" dirty="0"/>
              <a:t>Secondary Hypothesis: 1 year change inflammatory markers</a:t>
            </a:r>
          </a:p>
        </p:txBody>
      </p:sp>
    </p:spTree>
    <p:extLst>
      <p:ext uri="{BB962C8B-B14F-4D97-AF65-F5344CB8AC3E}">
        <p14:creationId xmlns:p14="http://schemas.microsoft.com/office/powerpoint/2010/main" val="2031114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15DF-3CD4-329A-4010-2682136C7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DEB2388-59F8-42F4-0DAD-CDC49B396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5084064" cy="2392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Aim 1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𝑂𝑢𝑡𝑐𝑜𝑚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𝑀𝑎𝑟𝑘𝑒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𝑂𝑢𝑡𝑐𝑜𝑚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DEB2388-59F8-42F4-0DAD-CDC49B396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5084064" cy="2392807"/>
              </a:xfrm>
              <a:blipFill>
                <a:blip r:embed="rId3"/>
                <a:stretch>
                  <a:fillRect l="-2518" t="-4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7FB2D84-EFBF-6B49-4764-34644694BC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9738" y="1690687"/>
                <a:ext cx="5084064" cy="23928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Aim 2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𝑂𝑢𝑡𝑐𝑜𝑚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𝑀𝑎𝑟𝑘𝑒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𝐴𝑚𝑦𝑙𝑜𝑖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𝑀𝑎𝑟𝑘𝑒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m:rPr>
                              <m:nor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𝐴𝑚𝑦𝑙𝑜𝑖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𝑂𝑢𝑡𝑐𝑜𝑚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���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7FB2D84-EFBF-6B49-4764-34644694B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9738" y="1690687"/>
                <a:ext cx="5084064" cy="2392807"/>
              </a:xfrm>
              <a:prstGeom prst="rect">
                <a:avLst/>
              </a:prstGeom>
              <a:blipFill>
                <a:blip r:embed="rId4"/>
                <a:stretch>
                  <a:fillRect l="-2518" t="-4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F15DD56-E0FF-A28F-198B-39C6256AA827}"/>
              </a:ext>
            </a:extLst>
          </p:cNvPr>
          <p:cNvSpPr txBox="1"/>
          <p:nvPr/>
        </p:nvSpPr>
        <p:spPr>
          <a:xfrm>
            <a:off x="1011938" y="4083494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Analyze each inflammatory marker and each outcome in a separate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Control type I error with 3 preliminary approaches: 0.05/4, 0.05/6, 0.05/24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Covariates: age, sex, APOE status, baseline outcome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Add precision variables after exploratory investigation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199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106DB9-A5FD-9D50-3401-AACA45343A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8955" y="185128"/>
            <a:ext cx="8493045" cy="64877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113C99-82F6-999D-CD04-7AED1906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94504" cy="1325563"/>
          </a:xfrm>
        </p:spPr>
        <p:txBody>
          <a:bodyPr/>
          <a:lstStyle/>
          <a:p>
            <a:r>
              <a:rPr lang="en-US" dirty="0"/>
              <a:t>Preliminary Data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2DCA6E-B1D1-CC94-CA30-C185F85D16EA}"/>
              </a:ext>
            </a:extLst>
          </p:cNvPr>
          <p:cNvSpPr txBox="1">
            <a:spLocks/>
          </p:cNvSpPr>
          <p:nvPr/>
        </p:nvSpPr>
        <p:spPr>
          <a:xfrm>
            <a:off x="540118" y="1686688"/>
            <a:ext cx="3458857" cy="480218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Preliminary data included two change outcomes and two baseline inflammatory markers</a:t>
            </a:r>
          </a:p>
          <a:p>
            <a:r>
              <a:rPr lang="en-US" dirty="0"/>
              <a:t>Correlations between markers and outcomes ranged from 0.2-0.7</a:t>
            </a:r>
          </a:p>
          <a:p>
            <a:pPr lvl="1"/>
            <a:r>
              <a:rPr lang="en-US" dirty="0"/>
              <a:t>Informed effect size range for power calculations</a:t>
            </a:r>
          </a:p>
        </p:txBody>
      </p:sp>
    </p:spTree>
    <p:extLst>
      <p:ext uri="{BB962C8B-B14F-4D97-AF65-F5344CB8AC3E}">
        <p14:creationId xmlns:p14="http://schemas.microsoft.com/office/powerpoint/2010/main" val="497020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6482A7-91E5-F49F-360C-FD7B1E49A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" b="27559"/>
          <a:stretch>
            <a:fillRect/>
          </a:stretch>
        </p:blipFill>
        <p:spPr>
          <a:xfrm>
            <a:off x="1" y="1303145"/>
            <a:ext cx="12192000" cy="55548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467FC7-B7BC-970E-1FA6-9034E8AF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 Power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0B6ED8A-E67E-B8F5-16BB-5BF975943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936" y="55388"/>
            <a:ext cx="7841064" cy="1557495"/>
          </a:xfrm>
        </p:spPr>
        <p:txBody>
          <a:bodyPr>
            <a:normAutofit/>
          </a:bodyPr>
          <a:lstStyle/>
          <a:p>
            <a:r>
              <a:rPr lang="en-US" dirty="0"/>
              <a:t>Power &gt; 80% for correlations ≥0.30 across all </a:t>
            </a:r>
            <a:r>
              <a:rPr lang="el-GR" dirty="0"/>
              <a:t>α</a:t>
            </a:r>
            <a:r>
              <a:rPr lang="en-US" dirty="0"/>
              <a:t> levels</a:t>
            </a:r>
          </a:p>
          <a:p>
            <a:r>
              <a:rPr lang="en-US" dirty="0"/>
              <a:t>Aim 1 is well-powered for moderate effects</a:t>
            </a:r>
          </a:p>
        </p:txBody>
      </p:sp>
    </p:spTree>
    <p:extLst>
      <p:ext uri="{BB962C8B-B14F-4D97-AF65-F5344CB8AC3E}">
        <p14:creationId xmlns:p14="http://schemas.microsoft.com/office/powerpoint/2010/main" val="342166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F4236-763C-2615-4ACF-5CA1DC922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A582-4EDA-CAD7-0235-E4DAE2F1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2 Power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515D96-C826-5E85-2960-E79192D775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190"/>
          <a:stretch>
            <a:fillRect/>
          </a:stretch>
        </p:blipFill>
        <p:spPr>
          <a:xfrm>
            <a:off x="6951876" y="753626"/>
            <a:ext cx="5240124" cy="61043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54DB85-F8F9-31F6-50E8-0F253B2B3D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427" y="1617784"/>
            <a:ext cx="3938449" cy="437605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942B377-B46E-09E1-6419-DD3A3D696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904" y="1428880"/>
            <a:ext cx="2907523" cy="5063995"/>
          </a:xfrm>
        </p:spPr>
        <p:txBody>
          <a:bodyPr>
            <a:normAutofit fontScale="77500" lnSpcReduction="20000"/>
          </a:bodyPr>
          <a:lstStyle/>
          <a:p>
            <a:r>
              <a:rPr lang="en-US" sz="3300" dirty="0"/>
              <a:t>Large interactions (0.50) detectable with moderate amyloid+ correlations</a:t>
            </a:r>
          </a:p>
          <a:p>
            <a:r>
              <a:rPr lang="en-US" sz="3300" dirty="0"/>
              <a:t>Moderate interactions (0.40) require strong correlations</a:t>
            </a:r>
          </a:p>
          <a:p>
            <a:r>
              <a:rPr lang="en-US" sz="3100" dirty="0"/>
              <a:t>Under α = 0.05/24, only very strong effects are detectable</a:t>
            </a:r>
          </a:p>
        </p:txBody>
      </p:sp>
    </p:spTree>
    <p:extLst>
      <p:ext uri="{BB962C8B-B14F-4D97-AF65-F5344CB8AC3E}">
        <p14:creationId xmlns:p14="http://schemas.microsoft.com/office/powerpoint/2010/main" val="2372827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956CC-2C13-4965-99B4-D56696CDF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B33D7-794F-1509-4B5F-030772F08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Interpretation</a:t>
            </a:r>
          </a:p>
          <a:p>
            <a:pPr lvl="1"/>
            <a:r>
              <a:rPr lang="en-US" dirty="0"/>
              <a:t>Aim 1: Powered for moderate associations between inflammatory markers and cognitive decline</a:t>
            </a:r>
          </a:p>
          <a:p>
            <a:pPr lvl="1"/>
            <a:r>
              <a:rPr lang="en-US" dirty="0"/>
              <a:t>Aim 2: Likely detectable only for large interaction effects</a:t>
            </a:r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Known correlations in predictors, covariates, and outcomes</a:t>
            </a:r>
          </a:p>
          <a:p>
            <a:pPr lvl="1"/>
            <a:r>
              <a:rPr lang="en-US" dirty="0"/>
              <a:t>Limited preliminary data</a:t>
            </a:r>
          </a:p>
          <a:p>
            <a:pPr lvl="2"/>
            <a:r>
              <a:rPr lang="en-US" dirty="0"/>
              <a:t>Few known empirical correlations</a:t>
            </a:r>
          </a:p>
          <a:p>
            <a:pPr lvl="2"/>
            <a:r>
              <a:rPr lang="en-US" dirty="0"/>
              <a:t>No preliminary data for amyloid deposition</a:t>
            </a:r>
          </a:p>
          <a:p>
            <a:pPr lvl="1"/>
            <a:r>
              <a:rPr lang="en-US" dirty="0"/>
              <a:t>α thresholds may be too conservative</a:t>
            </a:r>
          </a:p>
          <a:p>
            <a:pPr lvl="2"/>
            <a:r>
              <a:rPr lang="en-US" dirty="0"/>
              <a:t>Formal adjustments will be explored when empirical correlations are known.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210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343</Words>
  <Application>Microsoft Office PowerPoint</Application>
  <PresentationFormat>Widescreen</PresentationFormat>
  <Paragraphs>48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Alzheimer’s Disease and Aging:  Aims 1 and 2</vt:lpstr>
      <vt:lpstr>Aim 1 and Aim 2 Overview</vt:lpstr>
      <vt:lpstr>Analysis Plan</vt:lpstr>
      <vt:lpstr>Preliminary Data</vt:lpstr>
      <vt:lpstr>Aim 1 Power</vt:lpstr>
      <vt:lpstr>Aim 2 Power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2</cp:revision>
  <dcterms:created xsi:type="dcterms:W3CDTF">2026-03-02T06:00:18Z</dcterms:created>
  <dcterms:modified xsi:type="dcterms:W3CDTF">2026-03-30T05:31:45Z</dcterms:modified>
</cp:coreProperties>
</file>