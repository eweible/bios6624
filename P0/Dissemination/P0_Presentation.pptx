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zra Weible" userId="67bcaf2f89c4552e" providerId="LiveId" clId="{E4E19776-AA89-4579-B0CB-50FEF10C4E93}"/>
    <pc:docChg chg="modSld">
      <pc:chgData name="Ezra Weible" userId="67bcaf2f89c4552e" providerId="LiveId" clId="{E4E19776-AA89-4579-B0CB-50FEF10C4E93}" dt="2026-02-03T21:03:31.553" v="1" actId="1076"/>
      <pc:docMkLst>
        <pc:docMk/>
      </pc:docMkLst>
      <pc:sldChg chg="modSp mod">
        <pc:chgData name="Ezra Weible" userId="67bcaf2f89c4552e" providerId="LiveId" clId="{E4E19776-AA89-4579-B0CB-50FEF10C4E93}" dt="2026-02-03T21:03:31.553" v="1" actId="1076"/>
        <pc:sldMkLst>
          <pc:docMk/>
          <pc:sldMk cId="2262919821" sldId="261"/>
        </pc:sldMkLst>
        <pc:picChg chg="mod">
          <ac:chgData name="Ezra Weible" userId="67bcaf2f89c4552e" providerId="LiveId" clId="{E4E19776-AA89-4579-B0CB-50FEF10C4E93}" dt="2026-02-03T21:03:31.553" v="1" actId="1076"/>
          <ac:picMkLst>
            <pc:docMk/>
            <pc:sldMk cId="2262919821" sldId="261"/>
            <ac:picMk id="5" creationId="{CAAAF50B-0476-6BF4-C727-6F9FC8380B2D}"/>
          </ac:picMkLst>
        </pc:picChg>
        <pc:picChg chg="mod">
          <ac:chgData name="Ezra Weible" userId="67bcaf2f89c4552e" providerId="LiveId" clId="{E4E19776-AA89-4579-B0CB-50FEF10C4E93}" dt="2026-02-03T21:03:26.723" v="0" actId="1076"/>
          <ac:picMkLst>
            <pc:docMk/>
            <pc:sldMk cId="2262919821" sldId="261"/>
            <ac:picMk id="7" creationId="{ACB4619F-0CAC-029A-C14B-D280A67E37B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DF166-4A2F-8088-C3B1-353FCE5AE5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F386BB-1536-8B52-7BE6-8799D0F425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47BB72-AA1C-5C0E-6FBA-9DF1EBAC2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DA017-A847-42AB-9875-E393B779F40F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CAE35D-EB80-F0ED-3C27-C43C2B0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2055A4-C9DC-626C-E6EB-F462156C4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479A-4A60-449A-9661-1F4E32A25E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593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9416D-5158-9DCF-9E9E-36EC1DDBA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2F97A0-77C3-3C6E-0631-00C36707FC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B17F47-F191-C112-DFE8-320037949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DA017-A847-42AB-9875-E393B779F40F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A1ACFF-394F-3DB6-4B08-DC6A00757E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CF248F-E71C-018D-F3F4-D958280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479A-4A60-449A-9661-1F4E32A25E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269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F232E-4866-2CD9-01E1-93144ECA2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68BF5D-FD93-7D05-FF36-26DFFCDB1F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9DA190-84C9-ADC6-1E39-327482AAF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DA017-A847-42AB-9875-E393B779F40F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AF9190-41BB-E0D8-EECE-5A4C4B0FD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A1FC62-8786-C137-880B-496E90F61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479A-4A60-449A-9661-1F4E32A25E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6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3EF20-0FC2-9EBA-6D7C-0E2101066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82D687-EECF-7BAC-3E1D-3FA0B9A241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90EA2A-64F2-AD3A-1EE7-949B61A063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4B799D-8A1B-6F1E-B21B-E20B1BDBB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DA017-A847-42AB-9875-E393B779F40F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DC0653-4081-3ECE-FB9E-E03BB6C4D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9CBFD1-2B98-4A9D-C264-E8B26077F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479A-4A60-449A-9661-1F4E32A25E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264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EEADB-BC0A-4ED0-4CBB-E3357BE7DE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6C1CE4-19BA-E90B-4066-14577CB05F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3A98B4-4A90-ADB8-CBB3-57356695DF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42634F-7192-808C-0546-A578D1975B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EB0522-D101-B615-F778-7E5AF3EB0E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EB4DF6-95DC-D2FF-55E6-98C77717F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DA017-A847-42AB-9875-E393B779F40F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9BE09F-1431-733D-E9E7-B14197E9E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C8BD00-B899-ADF2-9BBE-9D58F30ED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479A-4A60-449A-9661-1F4E32A25E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1852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557D5-987C-A123-A259-509554A8D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2CA5E4-1F96-3391-E065-C1BFBBDE9B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DA017-A847-42AB-9875-E393B779F40F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9569C9-292C-469B-415E-05911E129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B1E814-D19D-E28E-171B-255615A55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479A-4A60-449A-9661-1F4E32A25E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760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556FD2-8FFC-883D-C5F9-6B10B8784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DA017-A847-42AB-9875-E393B779F40F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69B4C8-5874-E8E5-DA53-C553E9B12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F116DD-5622-FB3B-20A3-8C1124491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479A-4A60-449A-9661-1F4E32A25E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802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693F3-F993-223A-2390-198597EA2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6D7161-D7F0-1F71-86CF-FE824759B3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1BCEB-CD6D-6A9B-E255-368F3B2B80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C2F368-8032-326E-45CE-5D0BDAED2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DA017-A847-42AB-9875-E393B779F40F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09D02B-6572-E421-7020-99DE03379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EFAE82-5050-1B96-96AF-5B9069EB0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479A-4A60-449A-9661-1F4E32A25E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713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82116-A7A8-8C54-8266-2DD27867C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BF875B-98A9-2433-FAEC-2E44DA2047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A2487E-4B53-31B2-583E-A422CEB92D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39BAB8-7EC9-FFB0-0341-48585A8C0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DA017-A847-42AB-9875-E393B779F40F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EF7EF3-7205-04D9-969E-A0B7C36CC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0CF88F-E373-E223-2CD1-A44222B2E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479A-4A60-449A-9661-1F4E32A25E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906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DE3C2-AB6C-B2FA-19C1-A76B81398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7364A0-90BD-E81E-177B-8921A89197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1D4410-893C-6323-13F1-2FA9C5988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DA017-A847-42AB-9875-E393B779F40F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D8CE06-3FBF-0045-62C9-4944135BA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6E3FE-2528-1C18-47BD-D8DE65882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479A-4A60-449A-9661-1F4E32A25E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0110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C4F04F-FD94-CABE-EEF1-7D6DA31FA2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2F6230-F464-2BEB-6F4C-5521D063A5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21C740-C420-5A53-3A58-F4A8FD092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DA017-A847-42AB-9875-E393B779F40F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D23528-EBC7-E944-9517-FF63F894C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176BFD-1BB8-63EE-B6E6-A3921C5A8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479A-4A60-449A-9661-1F4E32A25E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461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FECDD3-71BB-BD41-43A9-A41550C52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A2DA2A-D713-BA3D-1282-77C8E2610C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FF6668-520D-B2C2-092C-A549F32DEF7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0DA017-A847-42AB-9875-E393B779F40F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CBC15B-451B-27C3-665B-98871F44E8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8DE7C-DAF3-22AE-82F7-7AA4EFA08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9F479A-4A60-449A-9661-1F4E32A25E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036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56CB9-0C0D-8ED2-2C55-0D9ED6720E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P0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676103-CEFF-EEF2-9BFF-93AD8B0858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Ezra Weible</a:t>
            </a:r>
          </a:p>
        </p:txBody>
      </p:sp>
    </p:spTree>
    <p:extLst>
      <p:ext uri="{BB962C8B-B14F-4D97-AF65-F5344CB8AC3E}">
        <p14:creationId xmlns:p14="http://schemas.microsoft.com/office/powerpoint/2010/main" val="7986660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687EE-62FE-DC97-71A3-07EA94F14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0ED94B-8BFA-9A98-3F9D-86FA4160A5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RQ1:</a:t>
            </a:r>
          </a:p>
          <a:p>
            <a:r>
              <a:rPr lang="en-US" dirty="0"/>
              <a:t>RQ2:</a:t>
            </a:r>
          </a:p>
          <a:p>
            <a:r>
              <a:rPr lang="en-US" dirty="0"/>
              <a:t>RQ3: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1426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0567B-94F1-EF28-273B-5979EF675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FA35C1-F2C2-D64A-2CD8-A011B864D2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Insert Table 1 here</a:t>
            </a:r>
          </a:p>
        </p:txBody>
      </p:sp>
    </p:spTree>
    <p:extLst>
      <p:ext uri="{BB962C8B-B14F-4D97-AF65-F5344CB8AC3E}">
        <p14:creationId xmlns:p14="http://schemas.microsoft.com/office/powerpoint/2010/main" val="17300446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31DD4-E478-85B1-A86E-483D04A9A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42855-0B4B-2C12-1D6A-29B6870308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RQ1:</a:t>
            </a:r>
          </a:p>
          <a:p>
            <a:pPr lvl="1"/>
            <a:r>
              <a:rPr lang="en-US" dirty="0"/>
              <a:t>LMM </a:t>
            </a:r>
          </a:p>
          <a:p>
            <a:r>
              <a:rPr lang="en-US" dirty="0"/>
              <a:t>RQ2:</a:t>
            </a:r>
          </a:p>
          <a:p>
            <a:pPr lvl="1"/>
            <a:r>
              <a:rPr lang="en-US" dirty="0"/>
              <a:t>Descriptive Statistics</a:t>
            </a:r>
          </a:p>
          <a:p>
            <a:r>
              <a:rPr lang="en-US" dirty="0"/>
              <a:t>RQ3:	</a:t>
            </a:r>
          </a:p>
          <a:p>
            <a:pPr lvl="1"/>
            <a:r>
              <a:rPr lang="en-US" dirty="0"/>
              <a:t>Piecewise LMM</a:t>
            </a:r>
          </a:p>
        </p:txBody>
      </p:sp>
    </p:spTree>
    <p:extLst>
      <p:ext uri="{BB962C8B-B14F-4D97-AF65-F5344CB8AC3E}">
        <p14:creationId xmlns:p14="http://schemas.microsoft.com/office/powerpoint/2010/main" val="40621949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32E293-491C-3824-19BB-FB7D5148E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12B2C8-E988-279C-A0A3-DD16235DDB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89206C-813E-E0DC-8CC8-A2C5D8482A0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9" t="1257" r="1063" b="2331"/>
          <a:stretch>
            <a:fillRect/>
          </a:stretch>
        </p:blipFill>
        <p:spPr>
          <a:xfrm>
            <a:off x="482321" y="2106852"/>
            <a:ext cx="7154426" cy="43860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3BD01F-B2EA-0F16-E73A-7FB41A8777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9534" y="1027906"/>
            <a:ext cx="6630325" cy="4105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768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B6C7D-E0EE-8D12-D0CC-F7E8C8E79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472D4-648A-373A-06CC-7D2C2D3BFD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AAF50B-0476-6BF4-C727-6F9FC8380B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25624"/>
            <a:ext cx="6620799" cy="40677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CB4619F-0CAC-029A-C14B-D280A67E37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0727" y="1962659"/>
            <a:ext cx="6611273" cy="4077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9198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65357-1D85-C3DF-63C3-85E0D823F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FE7377-DED7-C939-152E-FC77769325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442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76D85-8EC2-BC15-3AD0-E71A2C1F0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D211C-B4E5-B03B-B5E3-7C3DDD2648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395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36</Words>
  <Application>Microsoft Office PowerPoint</Application>
  <PresentationFormat>Widescreen</PresentationFormat>
  <Paragraphs>19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P0 Presentation</vt:lpstr>
      <vt:lpstr>Research Questions</vt:lpstr>
      <vt:lpstr>Data Overview</vt:lpstr>
      <vt:lpstr>Analysis</vt:lpstr>
      <vt:lpstr>Results</vt:lpstr>
      <vt:lpstr>Results</vt:lpstr>
      <vt:lpstr>Discussion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Weible, Ezra</dc:creator>
  <cp:lastModifiedBy>Weible, Ezra</cp:lastModifiedBy>
  <cp:revision>1</cp:revision>
  <dcterms:created xsi:type="dcterms:W3CDTF">2026-02-03T20:55:45Z</dcterms:created>
  <dcterms:modified xsi:type="dcterms:W3CDTF">2026-02-03T21:03:35Z</dcterms:modified>
</cp:coreProperties>
</file>