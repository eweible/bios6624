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04B46-FE1E-4D20-939F-8D111E749FBF}" v="20" dt="2026-04-22T15:46:06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Weible" userId="67bcaf2f89c4552e" providerId="LiveId" clId="{E4E19776-AA89-4579-B0CB-50FEF10C4E93}"/>
    <pc:docChg chg="undo custSel addSld modSld sldOrd">
      <pc:chgData name="Ezra Weible" userId="67bcaf2f89c4552e" providerId="LiveId" clId="{E4E19776-AA89-4579-B0CB-50FEF10C4E93}" dt="2026-04-22T15:46:18.638" v="2136" actId="27636"/>
      <pc:docMkLst>
        <pc:docMk/>
      </pc:docMkLst>
      <pc:sldChg chg="modSp mod">
        <pc:chgData name="Ezra Weible" userId="67bcaf2f89c4552e" providerId="LiveId" clId="{E4E19776-AA89-4579-B0CB-50FEF10C4E93}" dt="2026-04-21T20:36:00.350" v="9"/>
        <pc:sldMkLst>
          <pc:docMk/>
          <pc:sldMk cId="2345031207" sldId="256"/>
        </pc:sldMkLst>
        <pc:spChg chg="mod">
          <ac:chgData name="Ezra Weible" userId="67bcaf2f89c4552e" providerId="LiveId" clId="{E4E19776-AA89-4579-B0CB-50FEF10C4E93}" dt="2026-04-21T20:36:00.350" v="9"/>
          <ac:spMkLst>
            <pc:docMk/>
            <pc:sldMk cId="2345031207" sldId="256"/>
            <ac:spMk id="2" creationId="{98414DD9-BCB9-84ED-78CF-FC6B7BA06E8F}"/>
          </ac:spMkLst>
        </pc:spChg>
        <pc:spChg chg="mod">
          <ac:chgData name="Ezra Weible" userId="67bcaf2f89c4552e" providerId="LiveId" clId="{E4E19776-AA89-4579-B0CB-50FEF10C4E93}" dt="2026-04-21T20:35:45.527" v="8" actId="20577"/>
          <ac:spMkLst>
            <pc:docMk/>
            <pc:sldMk cId="2345031207" sldId="256"/>
            <ac:spMk id="3" creationId="{D44FB7D6-B5C3-D5A2-99C7-3D43E2EE3DE8}"/>
          </ac:spMkLst>
        </pc:spChg>
      </pc:sldChg>
      <pc:sldChg chg="modSp new mod modNotesTx">
        <pc:chgData name="Ezra Weible" userId="67bcaf2f89c4552e" providerId="LiveId" clId="{E4E19776-AA89-4579-B0CB-50FEF10C4E93}" dt="2026-04-22T15:34:58.097" v="751" actId="20577"/>
        <pc:sldMkLst>
          <pc:docMk/>
          <pc:sldMk cId="285601417" sldId="257"/>
        </pc:sldMkLst>
        <pc:spChg chg="mod">
          <ac:chgData name="Ezra Weible" userId="67bcaf2f89c4552e" providerId="LiveId" clId="{E4E19776-AA89-4579-B0CB-50FEF10C4E93}" dt="2026-04-21T20:36:12.570" v="27" actId="20577"/>
          <ac:spMkLst>
            <pc:docMk/>
            <pc:sldMk cId="285601417" sldId="257"/>
            <ac:spMk id="2" creationId="{9B9ECAAF-7862-9480-89CF-F464F3D0B1CD}"/>
          </ac:spMkLst>
        </pc:spChg>
        <pc:spChg chg="mod">
          <ac:chgData name="Ezra Weible" userId="67bcaf2f89c4552e" providerId="LiveId" clId="{E4E19776-AA89-4579-B0CB-50FEF10C4E93}" dt="2026-04-22T15:34:38.306" v="749" actId="20577"/>
          <ac:spMkLst>
            <pc:docMk/>
            <pc:sldMk cId="285601417" sldId="257"/>
            <ac:spMk id="3" creationId="{2DEAA87F-7D1F-6F0A-EA76-C5060F0B93B3}"/>
          </ac:spMkLst>
        </pc:spChg>
      </pc:sldChg>
      <pc:sldChg chg="addSp delSp modSp new mod">
        <pc:chgData name="Ezra Weible" userId="67bcaf2f89c4552e" providerId="LiveId" clId="{E4E19776-AA89-4579-B0CB-50FEF10C4E93}" dt="2026-04-22T15:37:57.799" v="797" actId="1076"/>
        <pc:sldMkLst>
          <pc:docMk/>
          <pc:sldMk cId="1924820200" sldId="258"/>
        </pc:sldMkLst>
        <pc:spChg chg="mod">
          <ac:chgData name="Ezra Weible" userId="67bcaf2f89c4552e" providerId="LiveId" clId="{E4E19776-AA89-4579-B0CB-50FEF10C4E93}" dt="2026-04-21T20:36:31.858" v="41" actId="20577"/>
          <ac:spMkLst>
            <pc:docMk/>
            <pc:sldMk cId="1924820200" sldId="258"/>
            <ac:spMk id="2" creationId="{1EDF5903-CE9B-73E3-9BCA-16F8286542CF}"/>
          </ac:spMkLst>
        </pc:spChg>
        <pc:spChg chg="del">
          <ac:chgData name="Ezra Weible" userId="67bcaf2f89c4552e" providerId="LiveId" clId="{E4E19776-AA89-4579-B0CB-50FEF10C4E93}" dt="2026-04-21T20:37:25.910" v="90" actId="931"/>
          <ac:spMkLst>
            <pc:docMk/>
            <pc:sldMk cId="1924820200" sldId="258"/>
            <ac:spMk id="3" creationId="{02B4C20A-45B8-F813-9067-F41F429F242C}"/>
          </ac:spMkLst>
        </pc:spChg>
        <pc:spChg chg="add del mod">
          <ac:chgData name="Ezra Weible" userId="67bcaf2f89c4552e" providerId="LiveId" clId="{E4E19776-AA89-4579-B0CB-50FEF10C4E93}" dt="2026-04-22T15:31:53.326" v="442" actId="931"/>
          <ac:spMkLst>
            <pc:docMk/>
            <pc:sldMk cId="1924820200" sldId="258"/>
            <ac:spMk id="4" creationId="{03D22A0C-99CE-A233-C704-37DEE99D6FE5}"/>
          </ac:spMkLst>
        </pc:spChg>
        <pc:spChg chg="add del mod">
          <ac:chgData name="Ezra Weible" userId="67bcaf2f89c4552e" providerId="LiveId" clId="{E4E19776-AA89-4579-B0CB-50FEF10C4E93}" dt="2026-04-22T15:36:10.102" v="775" actId="478"/>
          <ac:spMkLst>
            <pc:docMk/>
            <pc:sldMk cId="1924820200" sldId="258"/>
            <ac:spMk id="12" creationId="{7D2A54E4-DDEE-DBE7-6B9D-ABAD2CCC2BEA}"/>
          </ac:spMkLst>
        </pc:spChg>
        <pc:spChg chg="add mod">
          <ac:chgData name="Ezra Weible" userId="67bcaf2f89c4552e" providerId="LiveId" clId="{E4E19776-AA89-4579-B0CB-50FEF10C4E93}" dt="2026-04-22T15:37:02.428" v="782" actId="14100"/>
          <ac:spMkLst>
            <pc:docMk/>
            <pc:sldMk cId="1924820200" sldId="258"/>
            <ac:spMk id="13" creationId="{A86ACD78-64A8-7975-40F9-91464DD2F39A}"/>
          </ac:spMkLst>
        </pc:spChg>
        <pc:spChg chg="add mod">
          <ac:chgData name="Ezra Weible" userId="67bcaf2f89c4552e" providerId="LiveId" clId="{E4E19776-AA89-4579-B0CB-50FEF10C4E93}" dt="2026-04-22T15:37:18.583" v="787" actId="14100"/>
          <ac:spMkLst>
            <pc:docMk/>
            <pc:sldMk cId="1924820200" sldId="258"/>
            <ac:spMk id="14" creationId="{C6FE9B22-563C-6C9E-5825-F94F79ABC8C6}"/>
          </ac:spMkLst>
        </pc:spChg>
        <pc:spChg chg="add mod">
          <ac:chgData name="Ezra Weible" userId="67bcaf2f89c4552e" providerId="LiveId" clId="{E4E19776-AA89-4579-B0CB-50FEF10C4E93}" dt="2026-04-22T15:37:24.587" v="790" actId="14100"/>
          <ac:spMkLst>
            <pc:docMk/>
            <pc:sldMk cId="1924820200" sldId="258"/>
            <ac:spMk id="15" creationId="{F2E66094-0716-976F-2AC6-DBE7C1344DD4}"/>
          </ac:spMkLst>
        </pc:spChg>
        <pc:spChg chg="add mod">
          <ac:chgData name="Ezra Weible" userId="67bcaf2f89c4552e" providerId="LiveId" clId="{E4E19776-AA89-4579-B0CB-50FEF10C4E93}" dt="2026-04-22T15:37:31.722" v="793" actId="14100"/>
          <ac:spMkLst>
            <pc:docMk/>
            <pc:sldMk cId="1924820200" sldId="258"/>
            <ac:spMk id="16" creationId="{630DAEE0-7E66-4F6F-482F-496287E413E3}"/>
          </ac:spMkLst>
        </pc:spChg>
        <pc:spChg chg="add del">
          <ac:chgData name="Ezra Weible" userId="67bcaf2f89c4552e" providerId="LiveId" clId="{E4E19776-AA89-4579-B0CB-50FEF10C4E93}" dt="2026-04-22T15:37:50.782" v="795" actId="22"/>
          <ac:spMkLst>
            <pc:docMk/>
            <pc:sldMk cId="1924820200" sldId="258"/>
            <ac:spMk id="18" creationId="{8365995C-37AA-360A-7802-113B7DF039D5}"/>
          </ac:spMkLst>
        </pc:spChg>
        <pc:picChg chg="add del mod ord">
          <ac:chgData name="Ezra Weible" userId="67bcaf2f89c4552e" providerId="LiveId" clId="{E4E19776-AA89-4579-B0CB-50FEF10C4E93}" dt="2026-04-22T15:31:38.351" v="441" actId="478"/>
          <ac:picMkLst>
            <pc:docMk/>
            <pc:sldMk cId="1924820200" sldId="258"/>
            <ac:picMk id="5" creationId="{1AB4BA69-8627-7EC6-DC70-5292E62B3E0E}"/>
          </ac:picMkLst>
        </pc:picChg>
        <pc:picChg chg="add del mod">
          <ac:chgData name="Ezra Weible" userId="67bcaf2f89c4552e" providerId="LiveId" clId="{E4E19776-AA89-4579-B0CB-50FEF10C4E93}" dt="2026-04-21T20:41:01.833" v="161" actId="21"/>
          <ac:picMkLst>
            <pc:docMk/>
            <pc:sldMk cId="1924820200" sldId="258"/>
            <ac:picMk id="7" creationId="{47801B78-452A-73C3-F3D3-56F8240FD9A8}"/>
          </ac:picMkLst>
        </pc:picChg>
        <pc:picChg chg="add mod ord">
          <ac:chgData name="Ezra Weible" userId="67bcaf2f89c4552e" providerId="LiveId" clId="{E4E19776-AA89-4579-B0CB-50FEF10C4E93}" dt="2026-04-22T15:37:57.799" v="797" actId="1076"/>
          <ac:picMkLst>
            <pc:docMk/>
            <pc:sldMk cId="1924820200" sldId="258"/>
            <ac:picMk id="7" creationId="{712B5571-4803-A3FF-8712-ABCC7CD2165B}"/>
          </ac:picMkLst>
        </pc:picChg>
        <pc:picChg chg="add del mod">
          <ac:chgData name="Ezra Weible" userId="67bcaf2f89c4552e" providerId="LiveId" clId="{E4E19776-AA89-4579-B0CB-50FEF10C4E93}" dt="2026-04-22T15:31:34.295" v="440" actId="478"/>
          <ac:picMkLst>
            <pc:docMk/>
            <pc:sldMk cId="1924820200" sldId="258"/>
            <ac:picMk id="8" creationId="{47801B78-452A-73C3-F3D3-56F8240FD9A8}"/>
          </ac:picMkLst>
        </pc:picChg>
        <pc:picChg chg="add mod modCrop">
          <ac:chgData name="Ezra Weible" userId="67bcaf2f89c4552e" providerId="LiveId" clId="{E4E19776-AA89-4579-B0CB-50FEF10C4E93}" dt="2026-04-22T15:35:16.071" v="755" actId="1076"/>
          <ac:picMkLst>
            <pc:docMk/>
            <pc:sldMk cId="1924820200" sldId="258"/>
            <ac:picMk id="10" creationId="{18A96AB4-E7EA-E1DF-E2E8-042D9D56D4AD}"/>
          </ac:picMkLst>
        </pc:picChg>
        <pc:inkChg chg="add del">
          <ac:chgData name="Ezra Weible" userId="67bcaf2f89c4552e" providerId="LiveId" clId="{E4E19776-AA89-4579-B0CB-50FEF10C4E93}" dt="2026-04-22T15:35:38.773" v="757" actId="9405"/>
          <ac:inkMkLst>
            <pc:docMk/>
            <pc:sldMk cId="1924820200" sldId="258"/>
            <ac:inkMk id="11" creationId="{260AE93A-4BD7-E360-5ECA-0F8860786648}"/>
          </ac:inkMkLst>
        </pc:inkChg>
      </pc:sldChg>
      <pc:sldChg chg="addSp delSp modSp new mod">
        <pc:chgData name="Ezra Weible" userId="67bcaf2f89c4552e" providerId="LiveId" clId="{E4E19776-AA89-4579-B0CB-50FEF10C4E93}" dt="2026-04-22T15:40:26.473" v="1387" actId="27636"/>
        <pc:sldMkLst>
          <pc:docMk/>
          <pc:sldMk cId="3654032851" sldId="259"/>
        </pc:sldMkLst>
        <pc:spChg chg="mod">
          <ac:chgData name="Ezra Weible" userId="67bcaf2f89c4552e" providerId="LiveId" clId="{E4E19776-AA89-4579-B0CB-50FEF10C4E93}" dt="2026-04-21T20:36:38.605" v="50" actId="20577"/>
          <ac:spMkLst>
            <pc:docMk/>
            <pc:sldMk cId="3654032851" sldId="259"/>
            <ac:spMk id="2" creationId="{98EC20DC-8A9A-8508-923F-C3A31B383F41}"/>
          </ac:spMkLst>
        </pc:spChg>
        <pc:spChg chg="mod">
          <ac:chgData name="Ezra Weible" userId="67bcaf2f89c4552e" providerId="LiveId" clId="{E4E19776-AA89-4579-B0CB-50FEF10C4E93}" dt="2026-04-22T15:40:26.473" v="1387" actId="27636"/>
          <ac:spMkLst>
            <pc:docMk/>
            <pc:sldMk cId="3654032851" sldId="259"/>
            <ac:spMk id="3" creationId="{3CB18491-8725-80AD-08DA-B11271D55F0F}"/>
          </ac:spMkLst>
        </pc:spChg>
        <pc:picChg chg="add del mod">
          <ac:chgData name="Ezra Weible" userId="67bcaf2f89c4552e" providerId="LiveId" clId="{E4E19776-AA89-4579-B0CB-50FEF10C4E93}" dt="2026-04-21T20:41:08.713" v="165" actId="21"/>
          <ac:picMkLst>
            <pc:docMk/>
            <pc:sldMk cId="3654032851" sldId="259"/>
            <ac:picMk id="7" creationId="{47801B78-452A-73C3-F3D3-56F8240FD9A8}"/>
          </ac:picMkLst>
        </pc:picChg>
      </pc:sldChg>
      <pc:sldChg chg="addSp delSp modSp new mod">
        <pc:chgData name="Ezra Weible" userId="67bcaf2f89c4552e" providerId="LiveId" clId="{E4E19776-AA89-4579-B0CB-50FEF10C4E93}" dt="2026-04-22T15:44:16.859" v="1795" actId="1076"/>
        <pc:sldMkLst>
          <pc:docMk/>
          <pc:sldMk cId="1656911978" sldId="260"/>
        </pc:sldMkLst>
        <pc:spChg chg="mod">
          <ac:chgData name="Ezra Weible" userId="67bcaf2f89c4552e" providerId="LiveId" clId="{E4E19776-AA89-4579-B0CB-50FEF10C4E93}" dt="2026-04-21T20:38:37.648" v="102" actId="1076"/>
          <ac:spMkLst>
            <pc:docMk/>
            <pc:sldMk cId="1656911978" sldId="260"/>
            <ac:spMk id="2" creationId="{6AA379F0-2156-E489-D552-D78C999D38FB}"/>
          </ac:spMkLst>
        </pc:spChg>
        <pc:spChg chg="del">
          <ac:chgData name="Ezra Weible" userId="67bcaf2f89c4552e" providerId="LiveId" clId="{E4E19776-AA89-4579-B0CB-50FEF10C4E93}" dt="2026-04-21T20:37:50.864" v="92" actId="931"/>
          <ac:spMkLst>
            <pc:docMk/>
            <pc:sldMk cId="1656911978" sldId="260"/>
            <ac:spMk id="3" creationId="{32F81578-ABD3-6B00-B92B-9944EBF01AF9}"/>
          </ac:spMkLst>
        </pc:spChg>
        <pc:spChg chg="add del mod">
          <ac:chgData name="Ezra Weible" userId="67bcaf2f89c4552e" providerId="LiveId" clId="{E4E19776-AA89-4579-B0CB-50FEF10C4E93}" dt="2026-04-22T15:42:33.842" v="1617" actId="931"/>
          <ac:spMkLst>
            <pc:docMk/>
            <pc:sldMk cId="1656911978" sldId="260"/>
            <ac:spMk id="4" creationId="{CCA80E21-B888-A3FF-CAF1-497CEBDA08E6}"/>
          </ac:spMkLst>
        </pc:spChg>
        <pc:spChg chg="add mod">
          <ac:chgData name="Ezra Weible" userId="67bcaf2f89c4552e" providerId="LiveId" clId="{E4E19776-AA89-4579-B0CB-50FEF10C4E93}" dt="2026-04-22T15:44:16.859" v="1795" actId="1076"/>
          <ac:spMkLst>
            <pc:docMk/>
            <pc:sldMk cId="1656911978" sldId="260"/>
            <ac:spMk id="8" creationId="{396C594F-3E58-EF8A-C4BB-11AA81A1CEAE}"/>
          </ac:spMkLst>
        </pc:spChg>
        <pc:picChg chg="add del mod ord">
          <ac:chgData name="Ezra Weible" userId="67bcaf2f89c4552e" providerId="LiveId" clId="{E4E19776-AA89-4579-B0CB-50FEF10C4E93}" dt="2026-04-22T15:42:27.628" v="1616" actId="478"/>
          <ac:picMkLst>
            <pc:docMk/>
            <pc:sldMk cId="1656911978" sldId="260"/>
            <ac:picMk id="5" creationId="{7C57EA02-2C12-D2AA-1656-C4FD0B992650}"/>
          </ac:picMkLst>
        </pc:picChg>
        <pc:picChg chg="add del mod">
          <ac:chgData name="Ezra Weible" userId="67bcaf2f89c4552e" providerId="LiveId" clId="{E4E19776-AA89-4579-B0CB-50FEF10C4E93}" dt="2026-04-22T15:42:26.547" v="1615" actId="478"/>
          <ac:picMkLst>
            <pc:docMk/>
            <pc:sldMk cId="1656911978" sldId="260"/>
            <ac:picMk id="7" creationId="{83C40886-D2CA-91DD-DFD1-D67E8C928FC2}"/>
          </ac:picMkLst>
        </pc:picChg>
        <pc:picChg chg="add mod ord">
          <ac:chgData name="Ezra Weible" userId="67bcaf2f89c4552e" providerId="LiveId" clId="{E4E19776-AA89-4579-B0CB-50FEF10C4E93}" dt="2026-04-22T15:43:16.712" v="1630" actId="14100"/>
          <ac:picMkLst>
            <pc:docMk/>
            <pc:sldMk cId="1656911978" sldId="260"/>
            <ac:picMk id="9" creationId="{A6D67317-4ABE-579B-78EE-821A78042D5E}"/>
          </ac:picMkLst>
        </pc:picChg>
        <pc:picChg chg="add mod modCrop">
          <ac:chgData name="Ezra Weible" userId="67bcaf2f89c4552e" providerId="LiveId" clId="{E4E19776-AA89-4579-B0CB-50FEF10C4E93}" dt="2026-04-22T15:43:02.740" v="1626" actId="1076"/>
          <ac:picMkLst>
            <pc:docMk/>
            <pc:sldMk cId="1656911978" sldId="260"/>
            <ac:picMk id="11" creationId="{2AD7504C-248D-B497-B29B-74D544089112}"/>
          </ac:picMkLst>
        </pc:picChg>
      </pc:sldChg>
      <pc:sldChg chg="addSp delSp modSp new mod ord">
        <pc:chgData name="Ezra Weible" userId="67bcaf2f89c4552e" providerId="LiveId" clId="{E4E19776-AA89-4579-B0CB-50FEF10C4E93}" dt="2026-04-22T15:42:12.164" v="1614" actId="20577"/>
        <pc:sldMkLst>
          <pc:docMk/>
          <pc:sldMk cId="2512102046" sldId="261"/>
        </pc:sldMkLst>
        <pc:spChg chg="mod">
          <ac:chgData name="Ezra Weible" userId="67bcaf2f89c4552e" providerId="LiveId" clId="{E4E19776-AA89-4579-B0CB-50FEF10C4E93}" dt="2026-04-21T20:36:59.334" v="79" actId="20577"/>
          <ac:spMkLst>
            <pc:docMk/>
            <pc:sldMk cId="2512102046" sldId="261"/>
            <ac:spMk id="2" creationId="{9A8252EA-4605-9D0A-CDAD-218CFB1A2E8C}"/>
          </ac:spMkLst>
        </pc:spChg>
        <pc:spChg chg="del">
          <ac:chgData name="Ezra Weible" userId="67bcaf2f89c4552e" providerId="LiveId" clId="{E4E19776-AA89-4579-B0CB-50FEF10C4E93}" dt="2026-04-22T15:40:38.076" v="1390" actId="931"/>
          <ac:spMkLst>
            <pc:docMk/>
            <pc:sldMk cId="2512102046" sldId="261"/>
            <ac:spMk id="3" creationId="{1B1F310C-5C01-8B70-EF9F-6053BBDC02C7}"/>
          </ac:spMkLst>
        </pc:spChg>
        <pc:spChg chg="add mod">
          <ac:chgData name="Ezra Weible" userId="67bcaf2f89c4552e" providerId="LiveId" clId="{E4E19776-AA89-4579-B0CB-50FEF10C4E93}" dt="2026-04-22T15:42:12.164" v="1614" actId="20577"/>
          <ac:spMkLst>
            <pc:docMk/>
            <pc:sldMk cId="2512102046" sldId="261"/>
            <ac:spMk id="8" creationId="{E663BFE3-C54D-53EF-0902-B4BE42F31E5D}"/>
          </ac:spMkLst>
        </pc:spChg>
        <pc:picChg chg="add del mod">
          <ac:chgData name="Ezra Weible" userId="67bcaf2f89c4552e" providerId="LiveId" clId="{E4E19776-AA89-4579-B0CB-50FEF10C4E93}" dt="2026-04-22T15:40:32.674" v="1389" actId="478"/>
          <ac:picMkLst>
            <pc:docMk/>
            <pc:sldMk cId="2512102046" sldId="261"/>
            <ac:picMk id="5" creationId="{21FE7651-357F-F9AF-3D1F-5A5452B8CF3F}"/>
          </ac:picMkLst>
        </pc:picChg>
        <pc:picChg chg="add mod ord">
          <ac:chgData name="Ezra Weible" userId="67bcaf2f89c4552e" providerId="LiveId" clId="{E4E19776-AA89-4579-B0CB-50FEF10C4E93}" dt="2026-04-22T15:40:45.394" v="1392" actId="14100"/>
          <ac:picMkLst>
            <pc:docMk/>
            <pc:sldMk cId="2512102046" sldId="261"/>
            <ac:picMk id="6" creationId="{267B4AE3-B3F3-22AB-D0BE-088D33357BB2}"/>
          </ac:picMkLst>
        </pc:picChg>
        <pc:picChg chg="add del mod">
          <ac:chgData name="Ezra Weible" userId="67bcaf2f89c4552e" providerId="LiveId" clId="{E4E19776-AA89-4579-B0CB-50FEF10C4E93}" dt="2026-04-22T15:40:31.586" v="1388" actId="478"/>
          <ac:picMkLst>
            <pc:docMk/>
            <pc:sldMk cId="2512102046" sldId="261"/>
            <ac:picMk id="7" creationId="{1BAAFCCE-D75E-BE45-22BD-A8126F6244C8}"/>
          </ac:picMkLst>
        </pc:picChg>
      </pc:sldChg>
      <pc:sldChg chg="addSp delSp modSp new mod">
        <pc:chgData name="Ezra Weible" userId="67bcaf2f89c4552e" providerId="LiveId" clId="{E4E19776-AA89-4579-B0CB-50FEF10C4E93}" dt="2026-04-22T15:46:18.638" v="2136" actId="27636"/>
        <pc:sldMkLst>
          <pc:docMk/>
          <pc:sldMk cId="461924241" sldId="262"/>
        </pc:sldMkLst>
        <pc:spChg chg="mod">
          <ac:chgData name="Ezra Weible" userId="67bcaf2f89c4552e" providerId="LiveId" clId="{E4E19776-AA89-4579-B0CB-50FEF10C4E93}" dt="2026-04-21T20:37:02.838" v="89" actId="20577"/>
          <ac:spMkLst>
            <pc:docMk/>
            <pc:sldMk cId="461924241" sldId="262"/>
            <ac:spMk id="2" creationId="{00E2080B-AE63-3CC2-BC54-0BA090EEDE64}"/>
          </ac:spMkLst>
        </pc:spChg>
        <pc:spChg chg="mod">
          <ac:chgData name="Ezra Weible" userId="67bcaf2f89c4552e" providerId="LiveId" clId="{E4E19776-AA89-4579-B0CB-50FEF10C4E93}" dt="2026-04-22T15:46:18.638" v="2136" actId="27636"/>
          <ac:spMkLst>
            <pc:docMk/>
            <pc:sldMk cId="461924241" sldId="262"/>
            <ac:spMk id="3" creationId="{4357437F-7CD9-CAC5-16E3-5940FF277C67}"/>
          </ac:spMkLst>
        </pc:spChg>
        <pc:picChg chg="add del mod">
          <ac:chgData name="Ezra Weible" userId="67bcaf2f89c4552e" providerId="LiveId" clId="{E4E19776-AA89-4579-B0CB-50FEF10C4E93}" dt="2026-04-22T15:44:29.718" v="1796" actId="478"/>
          <ac:picMkLst>
            <pc:docMk/>
            <pc:sldMk cId="461924241" sldId="262"/>
            <ac:picMk id="5" creationId="{9CEA26D0-3315-CE79-4822-834DE7840E31}"/>
          </ac:picMkLst>
        </pc:picChg>
        <pc:picChg chg="add mod">
          <ac:chgData name="Ezra Weible" userId="67bcaf2f89c4552e" providerId="LiveId" clId="{E4E19776-AA89-4579-B0CB-50FEF10C4E93}" dt="2026-04-22T15:44:38.279" v="1798" actId="1076"/>
          <ac:picMkLst>
            <pc:docMk/>
            <pc:sldMk cId="461924241" sldId="262"/>
            <ac:picMk id="6" creationId="{567BF916-F4D4-0811-0248-421F8741936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2F5BD-8652-42DB-944F-88B4D2CEF8D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5FEBB-3B5B-43D0-B112-BF03AF57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7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This study focuses on understanding which baseline factors predict stroke within 10 years, how those predictors differ by sex, and how risk varies across common clinical profiles. I also examined how blood pressure and diabetes change over time to consider whether time‑varying models might be needed.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FEBB-3B5B-43D0-B112-BF03AF571B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60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shows the baseline characteristics. The KM curves highlight that diabetes and high systolic BP have the strongest unadjusted associations with stroke‑free survival.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FEBB-3B5B-43D0-B112-BF03AF571B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2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FEBB-3B5B-43D0-B112-BF03AF571B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0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 and diabetes change meaningfully over time, suggesting that future work could benefit from time‑varying models. Still, baseline‑only models remain appropriate for 10‑year risk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FEBB-3B5B-43D0-B112-BF03AF571B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6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0490-511D-A1B5-5D75-E2D3C5FFB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14BDC-7F66-ED2F-60A0-5FD4C31E0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E67E0-1D1B-68C5-447E-585CEBE5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BBA93-53D7-F708-D1BA-4C1D5FB4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37E8-C47B-3147-BFF7-EA2EE46F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0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DDF9-7563-BCC8-C04C-2C68F9B8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817DE-F3D7-6B2D-9E8A-12ABC4AB1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233D8-BEA2-7AA7-4340-56FEC5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2140-477B-244D-11F7-8648D19E0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F64BE-50B7-502C-E300-3521A0DA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0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5AAF-924D-664B-926F-83F8495B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5901-93D5-70C8-2DE8-5821AAFE3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BA523-DBFB-3386-FB75-197747A2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7782-CB55-59ED-32F4-A3DF1517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0055-A91D-CB4A-72A3-03423123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0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C1EF-38AF-60C7-6815-3500D09D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C7727-F3C8-B7D7-1963-A762831E5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A22F7-3940-2126-3956-5D3424A31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79F33-7235-5FF4-A069-A28E75AF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8BE80-3718-19B0-B03F-EA19328B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845AE-8902-2402-AD45-96C82499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7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5387-B0DE-A6CE-2220-DA2409D9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DF585-74DB-EB66-E3CD-1A6625D03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F5772-E38A-3946-6FC4-4C41DBCB8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D32A6-522F-12BF-0CD1-D2C4F55C2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25FD7-0A5F-5598-6B2D-1C1717C90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68090-6669-F8E0-E927-8C3E26DF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C6B08-5A6F-EFA0-B393-8FCDA0DA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8F4F02-04BB-BADB-39C6-F0DA434E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B020-8247-63A1-C9A7-33972074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AF1E1-B312-2FE4-1CED-C732BEFFF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762E1-66EC-5203-3F88-73A0214E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7E41C-A30F-7B42-67CA-32BA9F9C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0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B3408-E0CA-D2EB-BE82-1B0E34DB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9DC71-D272-0BF7-997E-14184E4B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825CE-73C0-08C4-1532-C0192C70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13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A68A-87B8-045C-C52D-FA78F8FF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D26A9-0654-A8BE-9FC1-9625E2A3F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6E8F9-1EFE-783A-C0AB-1EE56633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D02E1-BB44-1FC7-469D-45B110CC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10248-2B4E-90EE-A82A-6935B9B0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163ED-A692-FED5-3466-13AD0F72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5FFF-5C60-F783-1814-EA8A67159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03ACA-A471-EDB6-F950-2DB3695D0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2D503-D2B7-A39F-A18D-C85AC08DD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946C1-B74C-9873-2436-F5C9478F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3A02A-3FA6-674F-FF95-16C1530F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29CCA-CD2C-CC4E-9936-929CC4AF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57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0198-9EBD-6EF4-C07B-3894390C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A4D98-CCB1-AF81-4184-2067F3354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3E80D-0468-F8E8-320F-270A419D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71FD-7128-8F8A-1951-F8754EE3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49ED7-51A5-8F26-90CE-1C7DD966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3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9C0216-2373-2D16-B200-04AAD3F0F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94AEC-2EF2-4A76-0032-D0CEACAC4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4596-D8CD-2082-A08C-CE87FC20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2535-97D9-873B-7AF6-F9B4C8A36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B022E-2641-02B8-9ADD-B084C967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6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92052-C54D-23BF-F84C-6D2B90174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96778-CB18-10B9-4DD9-5DBD619EA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3542D-DBA6-A87D-05C8-8A70E3EEA1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7B8D9-47ED-4C0B-AD74-D05E393772A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CDE31-4962-2F0B-0B33-2ADE57810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84EE1-9A1E-5124-7D01-76020624D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1E495-7561-4BCD-AC3D-007624501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14DD9-BCB9-84ED-78CF-FC6B7BA06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Framingham Longitudinal Stroke Risk Profile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FB7D6-B5C3-D5A2-99C7-3D43E2EE3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3</a:t>
            </a:r>
          </a:p>
          <a:p>
            <a:r>
              <a:rPr lang="en-US" dirty="0"/>
              <a:t>Ezra Weible</a:t>
            </a:r>
          </a:p>
          <a:p>
            <a:r>
              <a:rPr lang="en-US" dirty="0"/>
              <a:t>22 April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3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CAAF-7862-9480-89CF-F464F3D0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A87F-7D1F-6F0A-EA76-C5060F0B9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baseline risk factors predict time to first stroke within 10 years? </a:t>
            </a:r>
          </a:p>
          <a:p>
            <a:pPr lvl="1"/>
            <a:r>
              <a:rPr lang="en-US" dirty="0"/>
              <a:t>Separate for males and females</a:t>
            </a:r>
          </a:p>
          <a:p>
            <a:r>
              <a:rPr lang="en-US" dirty="0"/>
              <a:t>What are the 10 year stroke probabilities for clinically relevant risk profiles?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No baseline risk factors,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High systolic blood pressure (≥ 160 mmHg),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Diabetes,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Both high systolic blood pressure and diabetes,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One additional profile chosen based on model results (current smoker).</a:t>
            </a:r>
          </a:p>
          <a:p>
            <a:r>
              <a:rPr lang="en-US" dirty="0"/>
              <a:t>Describe how systolic blood pressure and diabetes change over time</a:t>
            </a:r>
          </a:p>
        </p:txBody>
      </p:sp>
    </p:spTree>
    <p:extLst>
      <p:ext uri="{BB962C8B-B14F-4D97-AF65-F5344CB8AC3E}">
        <p14:creationId xmlns:p14="http://schemas.microsoft.com/office/powerpoint/2010/main" val="28560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5903-CE9B-73E3-9BCA-16F82865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2B5571-4803-A3FF-8712-ABCC7CD21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92942"/>
            <a:ext cx="5565058" cy="5565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96AB4-E7EA-E1DF-E2E8-042D9D56D4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02"/>
          <a:stretch>
            <a:fillRect/>
          </a:stretch>
        </p:blipFill>
        <p:spPr>
          <a:xfrm>
            <a:off x="7197213" y="0"/>
            <a:ext cx="4994787" cy="68590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6ACD78-64A8-7975-40F9-91464DD2F39A}"/>
              </a:ext>
            </a:extLst>
          </p:cNvPr>
          <p:cNvSpPr/>
          <p:nvPr/>
        </p:nvSpPr>
        <p:spPr>
          <a:xfrm>
            <a:off x="7285705" y="806245"/>
            <a:ext cx="324464" cy="1671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FE9B22-563C-6C9E-5825-F94F79ABC8C6}"/>
              </a:ext>
            </a:extLst>
          </p:cNvPr>
          <p:cNvSpPr/>
          <p:nvPr/>
        </p:nvSpPr>
        <p:spPr>
          <a:xfrm>
            <a:off x="7285705" y="1414514"/>
            <a:ext cx="786578" cy="16714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E66094-0716-976F-2AC6-DBE7C1344DD4}"/>
              </a:ext>
            </a:extLst>
          </p:cNvPr>
          <p:cNvSpPr/>
          <p:nvPr/>
        </p:nvSpPr>
        <p:spPr>
          <a:xfrm>
            <a:off x="7285705" y="2092019"/>
            <a:ext cx="609598" cy="16940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0DAEE0-7E66-4F6F-482F-496287E413E3}"/>
              </a:ext>
            </a:extLst>
          </p:cNvPr>
          <p:cNvSpPr/>
          <p:nvPr/>
        </p:nvSpPr>
        <p:spPr>
          <a:xfrm>
            <a:off x="7285704" y="4274344"/>
            <a:ext cx="1103209" cy="16940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2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20DC-8A9A-8508-923F-C3A31B38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18491-8725-80AD-08DA-B11271D55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Excluded baseline stroke; created indicator for first stroke within 10 years</a:t>
            </a:r>
          </a:p>
          <a:p>
            <a:r>
              <a:rPr lang="en-US" dirty="0"/>
              <a:t>Stratified analyses by sex</a:t>
            </a:r>
          </a:p>
          <a:p>
            <a:r>
              <a:rPr lang="en-US" dirty="0"/>
              <a:t>Kaplan-Meier curves and log-rank tests for key risk factors</a:t>
            </a:r>
          </a:p>
          <a:p>
            <a:r>
              <a:rPr lang="en-US" dirty="0"/>
              <a:t>Cox Proportional Hazards Models</a:t>
            </a:r>
          </a:p>
          <a:p>
            <a:pPr lvl="1"/>
            <a:r>
              <a:rPr lang="en-US" dirty="0"/>
              <a:t>Age, systolic BP, diabetes included </a:t>
            </a:r>
            <a:r>
              <a:rPr lang="en-US" i="1" dirty="0"/>
              <a:t>a priori</a:t>
            </a:r>
          </a:p>
          <a:p>
            <a:pPr lvl="1"/>
            <a:r>
              <a:rPr lang="en-US" dirty="0"/>
              <a:t>Additional covariates evaluated through backwards selection (AIC)</a:t>
            </a:r>
          </a:p>
          <a:p>
            <a:pPr lvl="1"/>
            <a:r>
              <a:rPr lang="en-US" dirty="0"/>
              <a:t>Checked proportional hazards assumptions</a:t>
            </a:r>
          </a:p>
          <a:p>
            <a:r>
              <a:rPr lang="en-US" dirty="0"/>
              <a:t>Predicted 10 year stroke-free survival for 5 clinical profiles across ages 40, 50, and 60</a:t>
            </a:r>
          </a:p>
        </p:txBody>
      </p:sp>
    </p:spTree>
    <p:extLst>
      <p:ext uri="{BB962C8B-B14F-4D97-AF65-F5344CB8AC3E}">
        <p14:creationId xmlns:p14="http://schemas.microsoft.com/office/powerpoint/2010/main" val="3654032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52EA-4605-9D0A-CDAD-218CFB1A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7B4AE3-B3F3-22AB-D0BE-088D33357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675" y="1675"/>
            <a:ext cx="6856325" cy="68563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63BFE3-C54D-53EF-0902-B4BE42F31E5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306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Backward selection identified smoking status for males</a:t>
            </a:r>
          </a:p>
          <a:p>
            <a:pPr lvl="1"/>
            <a:r>
              <a:rPr lang="en-US" dirty="0"/>
              <a:t>Also included for females for comparability</a:t>
            </a:r>
          </a:p>
          <a:p>
            <a:r>
              <a:rPr lang="en-US" dirty="0"/>
              <a:t>PH assumptions generally met for both sexes</a:t>
            </a:r>
          </a:p>
          <a:p>
            <a:pPr lvl="1"/>
            <a:r>
              <a:rPr lang="en-US" dirty="0"/>
              <a:t>Global tests: </a:t>
            </a:r>
          </a:p>
          <a:p>
            <a:pPr lvl="2"/>
            <a:r>
              <a:rPr lang="en-US" dirty="0"/>
              <a:t>Males: 0.2277</a:t>
            </a:r>
          </a:p>
          <a:p>
            <a:pPr lvl="2"/>
            <a:r>
              <a:rPr lang="en-US" dirty="0"/>
              <a:t>Females: 0.9575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0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79F0-2156-E489-D552-D78C999D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6C594F-3E58-EF8A-C4BB-11AA81A1CEAE}"/>
              </a:ext>
            </a:extLst>
          </p:cNvPr>
          <p:cNvSpPr txBox="1">
            <a:spLocks/>
          </p:cNvSpPr>
          <p:nvPr/>
        </p:nvSpPr>
        <p:spPr>
          <a:xfrm>
            <a:off x="838200" y="1541383"/>
            <a:ext cx="5632663" cy="1599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Stroke risk increases with age</a:t>
            </a:r>
          </a:p>
          <a:p>
            <a:r>
              <a:rPr lang="en-US" dirty="0"/>
              <a:t>Combined high BP + diabetes yields the highest risk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D67317-4ABE-579B-78EE-821A78042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863" y="858316"/>
            <a:ext cx="5637401" cy="5637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D7504C-248D-B497-B29B-74D544089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20"/>
          <a:stretch>
            <a:fillRect/>
          </a:stretch>
        </p:blipFill>
        <p:spPr>
          <a:xfrm>
            <a:off x="0" y="2991949"/>
            <a:ext cx="6470863" cy="386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1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080B-AE63-3CC2-BC54-0BA090EE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437F-7CD9-CAC5-16E3-5940FF277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5800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Systolic BP is the strongest baseline predictor of stroke</a:t>
            </a:r>
          </a:p>
          <a:p>
            <a:r>
              <a:rPr lang="en-US" dirty="0"/>
              <a:t>Diabetes contributes substantial risk, particularly in males</a:t>
            </a:r>
          </a:p>
          <a:p>
            <a:pPr lvl="1"/>
            <a:r>
              <a:rPr lang="en-US" dirty="0"/>
              <a:t>Time varying patterns for both predictors are present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Complete case analysis</a:t>
            </a:r>
          </a:p>
          <a:p>
            <a:pPr lvl="1"/>
            <a:r>
              <a:rPr lang="en-US" dirty="0"/>
              <a:t>No competing risks</a:t>
            </a:r>
          </a:p>
          <a:p>
            <a:pPr lvl="1"/>
            <a:r>
              <a:rPr lang="en-US" dirty="0"/>
              <a:t>Cohort demographics limit generalizability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BF916-F4D4-0811-0248-421F87419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2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363</Words>
  <Application>Microsoft Office PowerPoint</Application>
  <PresentationFormat>Widescreen</PresentationFormat>
  <Paragraphs>49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Framingham Longitudinal Stroke Risk Profile</vt:lpstr>
      <vt:lpstr>Research Question</vt:lpstr>
      <vt:lpstr>Data Overview</vt:lpstr>
      <vt:lpstr>Analysis</vt:lpstr>
      <vt:lpstr>Results</vt:lpstr>
      <vt:lpstr>Results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Weible, Ezra</dc:creator>
  <cp:lastModifiedBy>Weible, Ezra</cp:lastModifiedBy>
  <cp:revision>1</cp:revision>
  <dcterms:created xsi:type="dcterms:W3CDTF">2026-04-21T20:34:23Z</dcterms:created>
  <dcterms:modified xsi:type="dcterms:W3CDTF">2026-04-22T15:46:19Z</dcterms:modified>
</cp:coreProperties>
</file>