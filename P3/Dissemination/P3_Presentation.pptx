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0"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C04B46-FE1E-4D20-939F-8D111E749FBF}" v="8" dt="2026-04-21T20:43:05.8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zra Weible" userId="67bcaf2f89c4552e" providerId="LiveId" clId="{E4E19776-AA89-4579-B0CB-50FEF10C4E93}"/>
    <pc:docChg chg="custSel addSld modSld sldOrd">
      <pc:chgData name="Ezra Weible" userId="67bcaf2f89c4552e" providerId="LiveId" clId="{E4E19776-AA89-4579-B0CB-50FEF10C4E93}" dt="2026-04-21T20:43:05.820" v="439"/>
      <pc:docMkLst>
        <pc:docMk/>
      </pc:docMkLst>
      <pc:sldChg chg="modSp mod">
        <pc:chgData name="Ezra Weible" userId="67bcaf2f89c4552e" providerId="LiveId" clId="{E4E19776-AA89-4579-B0CB-50FEF10C4E93}" dt="2026-04-21T20:36:00.350" v="9"/>
        <pc:sldMkLst>
          <pc:docMk/>
          <pc:sldMk cId="2345031207" sldId="256"/>
        </pc:sldMkLst>
        <pc:spChg chg="mod">
          <ac:chgData name="Ezra Weible" userId="67bcaf2f89c4552e" providerId="LiveId" clId="{E4E19776-AA89-4579-B0CB-50FEF10C4E93}" dt="2026-04-21T20:36:00.350" v="9"/>
          <ac:spMkLst>
            <pc:docMk/>
            <pc:sldMk cId="2345031207" sldId="256"/>
            <ac:spMk id="2" creationId="{98414DD9-BCB9-84ED-78CF-FC6B7BA06E8F}"/>
          </ac:spMkLst>
        </pc:spChg>
        <pc:spChg chg="mod">
          <ac:chgData name="Ezra Weible" userId="67bcaf2f89c4552e" providerId="LiveId" clId="{E4E19776-AA89-4579-B0CB-50FEF10C4E93}" dt="2026-04-21T20:35:45.527" v="8" actId="20577"/>
          <ac:spMkLst>
            <pc:docMk/>
            <pc:sldMk cId="2345031207" sldId="256"/>
            <ac:spMk id="3" creationId="{D44FB7D6-B5C3-D5A2-99C7-3D43E2EE3DE8}"/>
          </ac:spMkLst>
        </pc:spChg>
      </pc:sldChg>
      <pc:sldChg chg="modSp new mod">
        <pc:chgData name="Ezra Weible" userId="67bcaf2f89c4552e" providerId="LiveId" clId="{E4E19776-AA89-4579-B0CB-50FEF10C4E93}" dt="2026-04-21T20:43:05.820" v="439"/>
        <pc:sldMkLst>
          <pc:docMk/>
          <pc:sldMk cId="285601417" sldId="257"/>
        </pc:sldMkLst>
        <pc:spChg chg="mod">
          <ac:chgData name="Ezra Weible" userId="67bcaf2f89c4552e" providerId="LiveId" clId="{E4E19776-AA89-4579-B0CB-50FEF10C4E93}" dt="2026-04-21T20:36:12.570" v="27" actId="20577"/>
          <ac:spMkLst>
            <pc:docMk/>
            <pc:sldMk cId="285601417" sldId="257"/>
            <ac:spMk id="2" creationId="{9B9ECAAF-7862-9480-89CF-F464F3D0B1CD}"/>
          </ac:spMkLst>
        </pc:spChg>
        <pc:spChg chg="mod">
          <ac:chgData name="Ezra Weible" userId="67bcaf2f89c4552e" providerId="LiveId" clId="{E4E19776-AA89-4579-B0CB-50FEF10C4E93}" dt="2026-04-21T20:43:05.820" v="439"/>
          <ac:spMkLst>
            <pc:docMk/>
            <pc:sldMk cId="285601417" sldId="257"/>
            <ac:spMk id="3" creationId="{2DEAA87F-7D1F-6F0A-EA76-C5060F0B93B3}"/>
          </ac:spMkLst>
        </pc:spChg>
      </pc:sldChg>
      <pc:sldChg chg="addSp delSp modSp new mod">
        <pc:chgData name="Ezra Weible" userId="67bcaf2f89c4552e" providerId="LiveId" clId="{E4E19776-AA89-4579-B0CB-50FEF10C4E93}" dt="2026-04-21T20:41:23.663" v="170" actId="1076"/>
        <pc:sldMkLst>
          <pc:docMk/>
          <pc:sldMk cId="1924820200" sldId="258"/>
        </pc:sldMkLst>
        <pc:spChg chg="mod">
          <ac:chgData name="Ezra Weible" userId="67bcaf2f89c4552e" providerId="LiveId" clId="{E4E19776-AA89-4579-B0CB-50FEF10C4E93}" dt="2026-04-21T20:36:31.858" v="41" actId="20577"/>
          <ac:spMkLst>
            <pc:docMk/>
            <pc:sldMk cId="1924820200" sldId="258"/>
            <ac:spMk id="2" creationId="{1EDF5903-CE9B-73E3-9BCA-16F8286542CF}"/>
          </ac:spMkLst>
        </pc:spChg>
        <pc:spChg chg="del">
          <ac:chgData name="Ezra Weible" userId="67bcaf2f89c4552e" providerId="LiveId" clId="{E4E19776-AA89-4579-B0CB-50FEF10C4E93}" dt="2026-04-21T20:37:25.910" v="90" actId="931"/>
          <ac:spMkLst>
            <pc:docMk/>
            <pc:sldMk cId="1924820200" sldId="258"/>
            <ac:spMk id="3" creationId="{02B4C20A-45B8-F813-9067-F41F429F242C}"/>
          </ac:spMkLst>
        </pc:spChg>
        <pc:picChg chg="add mod ord">
          <ac:chgData name="Ezra Weible" userId="67bcaf2f89c4552e" providerId="LiveId" clId="{E4E19776-AA89-4579-B0CB-50FEF10C4E93}" dt="2026-04-21T20:41:20.433" v="169" actId="1076"/>
          <ac:picMkLst>
            <pc:docMk/>
            <pc:sldMk cId="1924820200" sldId="258"/>
            <ac:picMk id="5" creationId="{1AB4BA69-8627-7EC6-DC70-5292E62B3E0E}"/>
          </ac:picMkLst>
        </pc:picChg>
        <pc:picChg chg="add del mod">
          <ac:chgData name="Ezra Weible" userId="67bcaf2f89c4552e" providerId="LiveId" clId="{E4E19776-AA89-4579-B0CB-50FEF10C4E93}" dt="2026-04-21T20:41:01.833" v="161" actId="21"/>
          <ac:picMkLst>
            <pc:docMk/>
            <pc:sldMk cId="1924820200" sldId="258"/>
            <ac:picMk id="7" creationId="{47801B78-452A-73C3-F3D3-56F8240FD9A8}"/>
          </ac:picMkLst>
        </pc:picChg>
        <pc:picChg chg="add mod">
          <ac:chgData name="Ezra Weible" userId="67bcaf2f89c4552e" providerId="LiveId" clId="{E4E19776-AA89-4579-B0CB-50FEF10C4E93}" dt="2026-04-21T20:41:23.663" v="170" actId="1076"/>
          <ac:picMkLst>
            <pc:docMk/>
            <pc:sldMk cId="1924820200" sldId="258"/>
            <ac:picMk id="8" creationId="{47801B78-452A-73C3-F3D3-56F8240FD9A8}"/>
          </ac:picMkLst>
        </pc:picChg>
      </pc:sldChg>
      <pc:sldChg chg="addSp delSp modSp new mod">
        <pc:chgData name="Ezra Weible" userId="67bcaf2f89c4552e" providerId="LiveId" clId="{E4E19776-AA89-4579-B0CB-50FEF10C4E93}" dt="2026-04-21T20:42:50.448" v="438" actId="20577"/>
        <pc:sldMkLst>
          <pc:docMk/>
          <pc:sldMk cId="3654032851" sldId="259"/>
        </pc:sldMkLst>
        <pc:spChg chg="mod">
          <ac:chgData name="Ezra Weible" userId="67bcaf2f89c4552e" providerId="LiveId" clId="{E4E19776-AA89-4579-B0CB-50FEF10C4E93}" dt="2026-04-21T20:36:38.605" v="50" actId="20577"/>
          <ac:spMkLst>
            <pc:docMk/>
            <pc:sldMk cId="3654032851" sldId="259"/>
            <ac:spMk id="2" creationId="{98EC20DC-8A9A-8508-923F-C3A31B383F41}"/>
          </ac:spMkLst>
        </pc:spChg>
        <pc:spChg chg="mod">
          <ac:chgData name="Ezra Weible" userId="67bcaf2f89c4552e" providerId="LiveId" clId="{E4E19776-AA89-4579-B0CB-50FEF10C4E93}" dt="2026-04-21T20:42:50.448" v="438" actId="20577"/>
          <ac:spMkLst>
            <pc:docMk/>
            <pc:sldMk cId="3654032851" sldId="259"/>
            <ac:spMk id="3" creationId="{3CB18491-8725-80AD-08DA-B11271D55F0F}"/>
          </ac:spMkLst>
        </pc:spChg>
        <pc:picChg chg="add del mod">
          <ac:chgData name="Ezra Weible" userId="67bcaf2f89c4552e" providerId="LiveId" clId="{E4E19776-AA89-4579-B0CB-50FEF10C4E93}" dt="2026-04-21T20:41:08.713" v="165" actId="21"/>
          <ac:picMkLst>
            <pc:docMk/>
            <pc:sldMk cId="3654032851" sldId="259"/>
            <ac:picMk id="7" creationId="{47801B78-452A-73C3-F3D3-56F8240FD9A8}"/>
          </ac:picMkLst>
        </pc:picChg>
      </pc:sldChg>
      <pc:sldChg chg="addSp delSp modSp new mod">
        <pc:chgData name="Ezra Weible" userId="67bcaf2f89c4552e" providerId="LiveId" clId="{E4E19776-AA89-4579-B0CB-50FEF10C4E93}" dt="2026-04-21T20:38:45.005" v="104" actId="14100"/>
        <pc:sldMkLst>
          <pc:docMk/>
          <pc:sldMk cId="1656911978" sldId="260"/>
        </pc:sldMkLst>
        <pc:spChg chg="mod">
          <ac:chgData name="Ezra Weible" userId="67bcaf2f89c4552e" providerId="LiveId" clId="{E4E19776-AA89-4579-B0CB-50FEF10C4E93}" dt="2026-04-21T20:38:37.648" v="102" actId="1076"/>
          <ac:spMkLst>
            <pc:docMk/>
            <pc:sldMk cId="1656911978" sldId="260"/>
            <ac:spMk id="2" creationId="{6AA379F0-2156-E489-D552-D78C999D38FB}"/>
          </ac:spMkLst>
        </pc:spChg>
        <pc:spChg chg="del">
          <ac:chgData name="Ezra Weible" userId="67bcaf2f89c4552e" providerId="LiveId" clId="{E4E19776-AA89-4579-B0CB-50FEF10C4E93}" dt="2026-04-21T20:37:50.864" v="92" actId="931"/>
          <ac:spMkLst>
            <pc:docMk/>
            <pc:sldMk cId="1656911978" sldId="260"/>
            <ac:spMk id="3" creationId="{32F81578-ABD3-6B00-B92B-9944EBF01AF9}"/>
          </ac:spMkLst>
        </pc:spChg>
        <pc:spChg chg="add mod">
          <ac:chgData name="Ezra Weible" userId="67bcaf2f89c4552e" providerId="LiveId" clId="{E4E19776-AA89-4579-B0CB-50FEF10C4E93}" dt="2026-04-21T20:38:45.005" v="104" actId="14100"/>
          <ac:spMkLst>
            <pc:docMk/>
            <pc:sldMk cId="1656911978" sldId="260"/>
            <ac:spMk id="8" creationId="{396C594F-3E58-EF8A-C4BB-11AA81A1CEAE}"/>
          </ac:spMkLst>
        </pc:spChg>
        <pc:picChg chg="add mod ord">
          <ac:chgData name="Ezra Weible" userId="67bcaf2f89c4552e" providerId="LiveId" clId="{E4E19776-AA89-4579-B0CB-50FEF10C4E93}" dt="2026-04-21T20:38:22.336" v="99" actId="14100"/>
          <ac:picMkLst>
            <pc:docMk/>
            <pc:sldMk cId="1656911978" sldId="260"/>
            <ac:picMk id="5" creationId="{7C57EA02-2C12-D2AA-1656-C4FD0B992650}"/>
          </ac:picMkLst>
        </pc:picChg>
        <pc:picChg chg="add mod">
          <ac:chgData name="Ezra Weible" userId="67bcaf2f89c4552e" providerId="LiveId" clId="{E4E19776-AA89-4579-B0CB-50FEF10C4E93}" dt="2026-04-21T20:38:14.279" v="97" actId="1076"/>
          <ac:picMkLst>
            <pc:docMk/>
            <pc:sldMk cId="1656911978" sldId="260"/>
            <ac:picMk id="7" creationId="{83C40886-D2CA-91DD-DFD1-D67E8C928FC2}"/>
          </ac:picMkLst>
        </pc:picChg>
      </pc:sldChg>
      <pc:sldChg chg="addSp modSp new mod ord">
        <pc:chgData name="Ezra Weible" userId="67bcaf2f89c4552e" providerId="LiveId" clId="{E4E19776-AA89-4579-B0CB-50FEF10C4E93}" dt="2026-04-21T20:40:35.304" v="153" actId="1076"/>
        <pc:sldMkLst>
          <pc:docMk/>
          <pc:sldMk cId="2512102046" sldId="261"/>
        </pc:sldMkLst>
        <pc:spChg chg="mod">
          <ac:chgData name="Ezra Weible" userId="67bcaf2f89c4552e" providerId="LiveId" clId="{E4E19776-AA89-4579-B0CB-50FEF10C4E93}" dt="2026-04-21T20:36:59.334" v="79" actId="20577"/>
          <ac:spMkLst>
            <pc:docMk/>
            <pc:sldMk cId="2512102046" sldId="261"/>
            <ac:spMk id="2" creationId="{9A8252EA-4605-9D0A-CDAD-218CFB1A2E8C}"/>
          </ac:spMkLst>
        </pc:spChg>
        <pc:picChg chg="add mod">
          <ac:chgData name="Ezra Weible" userId="67bcaf2f89c4552e" providerId="LiveId" clId="{E4E19776-AA89-4579-B0CB-50FEF10C4E93}" dt="2026-04-21T20:40:33.636" v="152" actId="1076"/>
          <ac:picMkLst>
            <pc:docMk/>
            <pc:sldMk cId="2512102046" sldId="261"/>
            <ac:picMk id="5" creationId="{21FE7651-357F-F9AF-3D1F-5A5452B8CF3F}"/>
          </ac:picMkLst>
        </pc:picChg>
        <pc:picChg chg="add mod">
          <ac:chgData name="Ezra Weible" userId="67bcaf2f89c4552e" providerId="LiveId" clId="{E4E19776-AA89-4579-B0CB-50FEF10C4E93}" dt="2026-04-21T20:40:35.304" v="153" actId="1076"/>
          <ac:picMkLst>
            <pc:docMk/>
            <pc:sldMk cId="2512102046" sldId="261"/>
            <ac:picMk id="7" creationId="{1BAAFCCE-D75E-BE45-22BD-A8126F6244C8}"/>
          </ac:picMkLst>
        </pc:picChg>
      </pc:sldChg>
      <pc:sldChg chg="addSp modSp new mod">
        <pc:chgData name="Ezra Weible" userId="67bcaf2f89c4552e" providerId="LiveId" clId="{E4E19776-AA89-4579-B0CB-50FEF10C4E93}" dt="2026-04-21T20:39:39.888" v="146" actId="14100"/>
        <pc:sldMkLst>
          <pc:docMk/>
          <pc:sldMk cId="461924241" sldId="262"/>
        </pc:sldMkLst>
        <pc:spChg chg="mod">
          <ac:chgData name="Ezra Weible" userId="67bcaf2f89c4552e" providerId="LiveId" clId="{E4E19776-AA89-4579-B0CB-50FEF10C4E93}" dt="2026-04-21T20:37:02.838" v="89" actId="20577"/>
          <ac:spMkLst>
            <pc:docMk/>
            <pc:sldMk cId="461924241" sldId="262"/>
            <ac:spMk id="2" creationId="{00E2080B-AE63-3CC2-BC54-0BA090EEDE64}"/>
          </ac:spMkLst>
        </pc:spChg>
        <pc:spChg chg="mod">
          <ac:chgData name="Ezra Weible" userId="67bcaf2f89c4552e" providerId="LiveId" clId="{E4E19776-AA89-4579-B0CB-50FEF10C4E93}" dt="2026-04-21T20:39:23.706" v="143" actId="20577"/>
          <ac:spMkLst>
            <pc:docMk/>
            <pc:sldMk cId="461924241" sldId="262"/>
            <ac:spMk id="3" creationId="{4357437F-7CD9-CAC5-16E3-5940FF277C67}"/>
          </ac:spMkLst>
        </pc:spChg>
        <pc:picChg chg="add mod">
          <ac:chgData name="Ezra Weible" userId="67bcaf2f89c4552e" providerId="LiveId" clId="{E4E19776-AA89-4579-B0CB-50FEF10C4E93}" dt="2026-04-21T20:39:39.888" v="146" actId="14100"/>
          <ac:picMkLst>
            <pc:docMk/>
            <pc:sldMk cId="461924241" sldId="262"/>
            <ac:picMk id="5" creationId="{9CEA26D0-3315-CE79-4822-834DE7840E3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A0490-511D-A1B5-5D75-E2D3C5FFB8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7D14BDC-7F66-ED2F-60A0-5FD4C31E08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A1E67E0-1D1B-68C5-447E-585CEBE587DE}"/>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5" name="Footer Placeholder 4">
            <a:extLst>
              <a:ext uri="{FF2B5EF4-FFF2-40B4-BE49-F238E27FC236}">
                <a16:creationId xmlns:a16="http://schemas.microsoft.com/office/drawing/2014/main" id="{DC8BBA93-53D7-F708-D1BA-4C1D5FB459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637E8-C47B-3147-BFF7-EA2EE46F78E9}"/>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38043036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DDDF9-7563-BCC8-C04C-2C68F9B845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7817DE-F3D7-6B2D-9E8A-12ABC4AB1D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E233D8-BEA2-7AA7-4340-56FEC5DFA0C6}"/>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5" name="Footer Placeholder 4">
            <a:extLst>
              <a:ext uri="{FF2B5EF4-FFF2-40B4-BE49-F238E27FC236}">
                <a16:creationId xmlns:a16="http://schemas.microsoft.com/office/drawing/2014/main" id="{2AC12140-477B-244D-11F7-8648D19E00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EF64BE-50B7-502C-E300-3521A0DA889C}"/>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3919107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45AAF-924D-664B-926F-83F8495BD6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E425901-93D5-70C8-2DE8-5821AAFE3C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E0BA523-DBFB-3386-FB75-197747A2140E}"/>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5" name="Footer Placeholder 4">
            <a:extLst>
              <a:ext uri="{FF2B5EF4-FFF2-40B4-BE49-F238E27FC236}">
                <a16:creationId xmlns:a16="http://schemas.microsoft.com/office/drawing/2014/main" id="{907E7782-CB55-59ED-32F4-A3DF1517C1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8F0055-A91D-CB4A-72A3-034231230D06}"/>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34141054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4C1EF-38AF-60C7-6815-3500D09D47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7C7727-F3C8-B7D7-1963-A762831E51F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47A22F7-3940-2126-3956-5D3424A3119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DD79F33-7235-5FF4-A069-A28E75AF2969}"/>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6" name="Footer Placeholder 5">
            <a:extLst>
              <a:ext uri="{FF2B5EF4-FFF2-40B4-BE49-F238E27FC236}">
                <a16:creationId xmlns:a16="http://schemas.microsoft.com/office/drawing/2014/main" id="{1988BE80-3718-19B0-B03F-EA19328BF6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C845AE-8902-2402-AD45-96C82499AB87}"/>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19481778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85387-B0DE-A6CE-2220-DA2409D97EF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48DF585-74DB-EB66-E3CD-1A6625D039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1FF5772-E38A-3946-6FC4-4C41DBCB84C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E6D32A6-522F-12BF-0CD1-D2C4F55C2E1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C25FD7-0A5F-5598-6B2D-1C1717C900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4C68090-6669-F8E0-E927-8C3E26DF30A8}"/>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8" name="Footer Placeholder 7">
            <a:extLst>
              <a:ext uri="{FF2B5EF4-FFF2-40B4-BE49-F238E27FC236}">
                <a16:creationId xmlns:a16="http://schemas.microsoft.com/office/drawing/2014/main" id="{C77C6B08-5A6F-EFA0-B393-8FCDA0DA51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8F4F02-04BB-BADB-39C6-F0DA434EC227}"/>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39605886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6B020-8247-63A1-C9A7-339720744A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7DAF1E1-B312-2FE4-1CED-C732BEFFF2CB}"/>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4" name="Footer Placeholder 3">
            <a:extLst>
              <a:ext uri="{FF2B5EF4-FFF2-40B4-BE49-F238E27FC236}">
                <a16:creationId xmlns:a16="http://schemas.microsoft.com/office/drawing/2014/main" id="{58D762E1-66EC-5203-3F88-73A0214E08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8D7E41C-A30F-7B42-67CA-32BA9F9CB126}"/>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40280025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CB3408-E0CA-D2EB-BE82-1B0E34DBDFC9}"/>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3" name="Footer Placeholder 2">
            <a:extLst>
              <a:ext uri="{FF2B5EF4-FFF2-40B4-BE49-F238E27FC236}">
                <a16:creationId xmlns:a16="http://schemas.microsoft.com/office/drawing/2014/main" id="{5C09DC71-D272-0BF7-997E-14184E4BA8C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E3825CE-73C0-08C4-1532-C0192C70B9DF}"/>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2111213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3A68A-87B8-045C-C52D-FA78F8FF88F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7AD26A9-0654-A8BE-9FC1-9625E2A3F3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166E8F9-1EFE-783A-C0AB-1EE5663337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2ED02E1-BB44-1FC7-469D-45B110CC5C9A}"/>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6" name="Footer Placeholder 5">
            <a:extLst>
              <a:ext uri="{FF2B5EF4-FFF2-40B4-BE49-F238E27FC236}">
                <a16:creationId xmlns:a16="http://schemas.microsoft.com/office/drawing/2014/main" id="{5E810248-2B4E-90EE-A82A-6935B9B029F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B163ED-A692-FED5-3466-13AD0F72BEC5}"/>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41505915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F5FFF-5C60-F783-1814-EA8A67159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F903ACA-A471-EDB6-F950-2DB3695D0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E52D503-D2B7-A39F-A18D-C85AC08DD9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4946C1-B74C-9873-2436-F5C9478F5AEE}"/>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6" name="Footer Placeholder 5">
            <a:extLst>
              <a:ext uri="{FF2B5EF4-FFF2-40B4-BE49-F238E27FC236}">
                <a16:creationId xmlns:a16="http://schemas.microsoft.com/office/drawing/2014/main" id="{6983A02A-3FA6-674F-FF95-16C1530FB6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E729CCA-CD2C-CC4E-9936-929CC4AF6F86}"/>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1006557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90198-9EBD-6EF4-C07B-3894390CCE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CA4D98-CCB1-AF81-4184-2067F3354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F3E80D-0468-F8E8-320F-270A419D6A89}"/>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5" name="Footer Placeholder 4">
            <a:extLst>
              <a:ext uri="{FF2B5EF4-FFF2-40B4-BE49-F238E27FC236}">
                <a16:creationId xmlns:a16="http://schemas.microsoft.com/office/drawing/2014/main" id="{F2C171FD-7128-8F8A-1951-F8754EE39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349ED7-51A5-8F26-90CE-1C7DD966269B}"/>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35636360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9C0216-2373-2D16-B200-04AAD3F0FB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7594AEC-2EF2-4A76-0032-D0CEACAC4C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1444596-D8CD-2082-A08C-CE87FC205F2E}"/>
              </a:ext>
            </a:extLst>
          </p:cNvPr>
          <p:cNvSpPr>
            <a:spLocks noGrp="1"/>
          </p:cNvSpPr>
          <p:nvPr>
            <p:ph type="dt" sz="half" idx="10"/>
          </p:nvPr>
        </p:nvSpPr>
        <p:spPr/>
        <p:txBody>
          <a:bodyPr/>
          <a:lstStyle/>
          <a:p>
            <a:fld id="{CC87B8D9-47ED-4C0B-AD74-D05E393772A1}" type="datetimeFigureOut">
              <a:rPr lang="en-US" smtClean="0"/>
              <a:t>4/21/2026</a:t>
            </a:fld>
            <a:endParaRPr lang="en-US"/>
          </a:p>
        </p:txBody>
      </p:sp>
      <p:sp>
        <p:nvSpPr>
          <p:cNvPr id="5" name="Footer Placeholder 4">
            <a:extLst>
              <a:ext uri="{FF2B5EF4-FFF2-40B4-BE49-F238E27FC236}">
                <a16:creationId xmlns:a16="http://schemas.microsoft.com/office/drawing/2014/main" id="{74382535-97D9-873B-7AF6-F9B4C8A36B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6B022E-2641-02B8-9ADD-B084C9672FD3}"/>
              </a:ext>
            </a:extLst>
          </p:cNvPr>
          <p:cNvSpPr>
            <a:spLocks noGrp="1"/>
          </p:cNvSpPr>
          <p:nvPr>
            <p:ph type="sldNum" sz="quarter" idx="12"/>
          </p:nvPr>
        </p:nvSpPr>
        <p:spPr/>
        <p:txBody>
          <a:bodyPr/>
          <a:lstStyle/>
          <a:p>
            <a:fld id="{A051E495-7561-4BCD-AC3D-007624501C7E}" type="slidenum">
              <a:rPr lang="en-US" smtClean="0"/>
              <a:t>‹#›</a:t>
            </a:fld>
            <a:endParaRPr lang="en-US"/>
          </a:p>
        </p:txBody>
      </p:sp>
    </p:spTree>
    <p:extLst>
      <p:ext uri="{BB962C8B-B14F-4D97-AF65-F5344CB8AC3E}">
        <p14:creationId xmlns:p14="http://schemas.microsoft.com/office/powerpoint/2010/main" val="25324664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792052-C54D-23BF-F84C-6D2B90174E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4796778-CB18-10B9-4DD9-5DBD619EA7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D3542D-DBA6-A87D-05C8-8A70E3EEA1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87B8D9-47ED-4C0B-AD74-D05E393772A1}" type="datetimeFigureOut">
              <a:rPr lang="en-US" smtClean="0"/>
              <a:t>4/21/2026</a:t>
            </a:fld>
            <a:endParaRPr lang="en-US"/>
          </a:p>
        </p:txBody>
      </p:sp>
      <p:sp>
        <p:nvSpPr>
          <p:cNvPr id="5" name="Footer Placeholder 4">
            <a:extLst>
              <a:ext uri="{FF2B5EF4-FFF2-40B4-BE49-F238E27FC236}">
                <a16:creationId xmlns:a16="http://schemas.microsoft.com/office/drawing/2014/main" id="{41FCDE31-4962-2F0B-0B33-2ADE578104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784EE1-9A1E-5124-7D01-76020624DA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51E495-7561-4BCD-AC3D-007624501C7E}" type="slidenum">
              <a:rPr lang="en-US" smtClean="0"/>
              <a:t>‹#›</a:t>
            </a:fld>
            <a:endParaRPr lang="en-US"/>
          </a:p>
        </p:txBody>
      </p:sp>
    </p:spTree>
    <p:extLst>
      <p:ext uri="{BB962C8B-B14F-4D97-AF65-F5344CB8AC3E}">
        <p14:creationId xmlns:p14="http://schemas.microsoft.com/office/powerpoint/2010/main" val="150995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14DD9-BCB9-84ED-78CF-FC6B7BA06E8F}"/>
              </a:ext>
            </a:extLst>
          </p:cNvPr>
          <p:cNvSpPr>
            <a:spLocks noGrp="1"/>
          </p:cNvSpPr>
          <p:nvPr>
            <p:ph type="ctrTitle"/>
          </p:nvPr>
        </p:nvSpPr>
        <p:spPr/>
        <p:txBody>
          <a:bodyPr/>
          <a:lstStyle/>
          <a:p>
            <a:r>
              <a:rPr lang="en-US" dirty="0"/>
              <a:t>Framingham Longitudinal Stroke Risk Profile</a:t>
            </a:r>
          </a:p>
        </p:txBody>
      </p:sp>
      <p:sp>
        <p:nvSpPr>
          <p:cNvPr id="3" name="Subtitle 2">
            <a:extLst>
              <a:ext uri="{FF2B5EF4-FFF2-40B4-BE49-F238E27FC236}">
                <a16:creationId xmlns:a16="http://schemas.microsoft.com/office/drawing/2014/main" id="{D44FB7D6-B5C3-D5A2-99C7-3D43E2EE3DE8}"/>
              </a:ext>
            </a:extLst>
          </p:cNvPr>
          <p:cNvSpPr>
            <a:spLocks noGrp="1"/>
          </p:cNvSpPr>
          <p:nvPr>
            <p:ph type="subTitle" idx="1"/>
          </p:nvPr>
        </p:nvSpPr>
        <p:spPr/>
        <p:txBody>
          <a:bodyPr/>
          <a:lstStyle/>
          <a:p>
            <a:r>
              <a:rPr lang="en-US" dirty="0"/>
              <a:t>Project 3</a:t>
            </a:r>
          </a:p>
          <a:p>
            <a:r>
              <a:rPr lang="en-US" dirty="0"/>
              <a:t>Ezra Weible</a:t>
            </a:r>
          </a:p>
          <a:p>
            <a:r>
              <a:rPr lang="en-US" dirty="0"/>
              <a:t>22 April 2026</a:t>
            </a:r>
          </a:p>
          <a:p>
            <a:endParaRPr lang="en-US" dirty="0"/>
          </a:p>
        </p:txBody>
      </p:sp>
    </p:spTree>
    <p:extLst>
      <p:ext uri="{BB962C8B-B14F-4D97-AF65-F5344CB8AC3E}">
        <p14:creationId xmlns:p14="http://schemas.microsoft.com/office/powerpoint/2010/main" val="23450312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ECAAF-7862-9480-89CF-F464F3D0B1CD}"/>
              </a:ext>
            </a:extLst>
          </p:cNvPr>
          <p:cNvSpPr>
            <a:spLocks noGrp="1"/>
          </p:cNvSpPr>
          <p:nvPr>
            <p:ph type="title"/>
          </p:nvPr>
        </p:nvSpPr>
        <p:spPr/>
        <p:txBody>
          <a:bodyPr/>
          <a:lstStyle/>
          <a:p>
            <a:r>
              <a:rPr lang="en-US" dirty="0"/>
              <a:t>Research Question</a:t>
            </a:r>
          </a:p>
        </p:txBody>
      </p:sp>
      <p:sp>
        <p:nvSpPr>
          <p:cNvPr id="3" name="Content Placeholder 2">
            <a:extLst>
              <a:ext uri="{FF2B5EF4-FFF2-40B4-BE49-F238E27FC236}">
                <a16:creationId xmlns:a16="http://schemas.microsoft.com/office/drawing/2014/main" id="{2DEAA87F-7D1F-6F0A-EA76-C5060F0B93B3}"/>
              </a:ext>
            </a:extLst>
          </p:cNvPr>
          <p:cNvSpPr>
            <a:spLocks noGrp="1"/>
          </p:cNvSpPr>
          <p:nvPr>
            <p:ph idx="1"/>
          </p:nvPr>
        </p:nvSpPr>
        <p:spPr/>
        <p:txBody>
          <a:bodyPr/>
          <a:lstStyle/>
          <a:p>
            <a:r>
              <a:rPr lang="en-US" dirty="0"/>
              <a:t>The primary goal is to identify which baseline risk factors predict time to first stroke within 10 years, analyzed separately for males and females. A secondary aim is to estimate 10 year stroke probabilities for several clinically relevant risk profiles. Because risk factors were measured at three exam periods, an additional aim is to describe how systolic blood pressure and diabetes status change over time and to discuss how such changes might influence analyses that rely only on baseline values.</a:t>
            </a:r>
          </a:p>
        </p:txBody>
      </p:sp>
    </p:spTree>
    <p:extLst>
      <p:ext uri="{BB962C8B-B14F-4D97-AF65-F5344CB8AC3E}">
        <p14:creationId xmlns:p14="http://schemas.microsoft.com/office/powerpoint/2010/main" val="285601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F5903-CE9B-73E3-9BCA-16F8286542CF}"/>
              </a:ext>
            </a:extLst>
          </p:cNvPr>
          <p:cNvSpPr>
            <a:spLocks noGrp="1"/>
          </p:cNvSpPr>
          <p:nvPr>
            <p:ph type="title"/>
          </p:nvPr>
        </p:nvSpPr>
        <p:spPr/>
        <p:txBody>
          <a:bodyPr/>
          <a:lstStyle/>
          <a:p>
            <a:r>
              <a:rPr lang="en-US" dirty="0"/>
              <a:t>Data Overview</a:t>
            </a:r>
          </a:p>
        </p:txBody>
      </p:sp>
      <p:pic>
        <p:nvPicPr>
          <p:cNvPr id="5" name="Content Placeholder 4">
            <a:extLst>
              <a:ext uri="{FF2B5EF4-FFF2-40B4-BE49-F238E27FC236}">
                <a16:creationId xmlns:a16="http://schemas.microsoft.com/office/drawing/2014/main" id="{1AB4BA69-8627-7EC6-DC70-5292E62B3E0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1722" y="1424837"/>
            <a:ext cx="4222205" cy="5433163"/>
          </a:xfrm>
          <a:prstGeom prst="rect">
            <a:avLst/>
          </a:prstGeom>
        </p:spPr>
      </p:pic>
      <p:pic>
        <p:nvPicPr>
          <p:cNvPr id="8" name="Picture 7">
            <a:extLst>
              <a:ext uri="{FF2B5EF4-FFF2-40B4-BE49-F238E27FC236}">
                <a16:creationId xmlns:a16="http://schemas.microsoft.com/office/drawing/2014/main" id="{47801B78-452A-73C3-F3D3-56F8240FD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3043" y="189569"/>
            <a:ext cx="6858957" cy="6668431"/>
          </a:xfrm>
          <a:prstGeom prst="rect">
            <a:avLst/>
          </a:prstGeom>
        </p:spPr>
      </p:pic>
    </p:spTree>
    <p:extLst>
      <p:ext uri="{BB962C8B-B14F-4D97-AF65-F5344CB8AC3E}">
        <p14:creationId xmlns:p14="http://schemas.microsoft.com/office/powerpoint/2010/main" val="19248202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EC20DC-8A9A-8508-923F-C3A31B383F41}"/>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3CB18491-8725-80AD-08DA-B11271D55F0F}"/>
              </a:ext>
            </a:extLst>
          </p:cNvPr>
          <p:cNvSpPr>
            <a:spLocks noGrp="1"/>
          </p:cNvSpPr>
          <p:nvPr>
            <p:ph idx="1"/>
          </p:nvPr>
        </p:nvSpPr>
        <p:spPr/>
        <p:txBody>
          <a:bodyPr/>
          <a:lstStyle/>
          <a:p>
            <a:r>
              <a:rPr lang="en-US" dirty="0"/>
              <a:t>Data Cleaning</a:t>
            </a:r>
          </a:p>
          <a:p>
            <a:r>
              <a:rPr lang="en-US" dirty="0"/>
              <a:t>Kaplan-Meier Curves and log Rank Tests</a:t>
            </a:r>
          </a:p>
          <a:p>
            <a:r>
              <a:rPr lang="en-US" dirty="0"/>
              <a:t>Backwards selection, matched by sex</a:t>
            </a:r>
          </a:p>
          <a:p>
            <a:r>
              <a:rPr lang="en-US" dirty="0"/>
              <a:t>Cox Proportional Hazards Models</a:t>
            </a:r>
          </a:p>
          <a:p>
            <a:r>
              <a:rPr lang="en-US" dirty="0"/>
              <a:t>Proportional Hazards Assumptions</a:t>
            </a:r>
          </a:p>
          <a:p>
            <a:r>
              <a:rPr lang="en-US" dirty="0"/>
              <a:t>10 Year Predicted Stroke Probabilities</a:t>
            </a:r>
          </a:p>
          <a:p>
            <a:r>
              <a:rPr lang="en-US" dirty="0"/>
              <a:t>Summarizing Missingness and time varying covariates</a:t>
            </a:r>
          </a:p>
        </p:txBody>
      </p:sp>
    </p:spTree>
    <p:extLst>
      <p:ext uri="{BB962C8B-B14F-4D97-AF65-F5344CB8AC3E}">
        <p14:creationId xmlns:p14="http://schemas.microsoft.com/office/powerpoint/2010/main" val="3654032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252EA-4605-9D0A-CDAD-218CFB1A2E8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1B1F310C-5C01-8B70-EF9F-6053BBDC02C7}"/>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21FE7651-357F-F9AF-3D1F-5A5452B8CF3F}"/>
              </a:ext>
            </a:extLst>
          </p:cNvPr>
          <p:cNvPicPr>
            <a:picLocks noChangeAspect="1"/>
          </p:cNvPicPr>
          <p:nvPr/>
        </p:nvPicPr>
        <p:blipFill>
          <a:blip r:embed="rId2"/>
          <a:stretch>
            <a:fillRect/>
          </a:stretch>
        </p:blipFill>
        <p:spPr>
          <a:xfrm>
            <a:off x="394529" y="1027906"/>
            <a:ext cx="8649907" cy="5725324"/>
          </a:xfrm>
          <a:prstGeom prst="rect">
            <a:avLst/>
          </a:prstGeom>
        </p:spPr>
      </p:pic>
      <p:pic>
        <p:nvPicPr>
          <p:cNvPr id="7" name="Picture 6">
            <a:extLst>
              <a:ext uri="{FF2B5EF4-FFF2-40B4-BE49-F238E27FC236}">
                <a16:creationId xmlns:a16="http://schemas.microsoft.com/office/drawing/2014/main" id="{1BAAFCCE-D75E-BE45-22BD-A8126F6244C8}"/>
              </a:ext>
            </a:extLst>
          </p:cNvPr>
          <p:cNvPicPr>
            <a:picLocks noChangeAspect="1"/>
          </p:cNvPicPr>
          <p:nvPr/>
        </p:nvPicPr>
        <p:blipFill>
          <a:blip r:embed="rId3"/>
          <a:stretch>
            <a:fillRect/>
          </a:stretch>
        </p:blipFill>
        <p:spPr>
          <a:xfrm>
            <a:off x="3373704" y="1113623"/>
            <a:ext cx="8649907" cy="5744377"/>
          </a:xfrm>
          <a:prstGeom prst="rect">
            <a:avLst/>
          </a:prstGeom>
        </p:spPr>
      </p:pic>
    </p:spTree>
    <p:extLst>
      <p:ext uri="{BB962C8B-B14F-4D97-AF65-F5344CB8AC3E}">
        <p14:creationId xmlns:p14="http://schemas.microsoft.com/office/powerpoint/2010/main" val="2512102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379F0-2156-E489-D552-D78C999D38FB}"/>
              </a:ext>
            </a:extLst>
          </p:cNvPr>
          <p:cNvSpPr>
            <a:spLocks noGrp="1"/>
          </p:cNvSpPr>
          <p:nvPr>
            <p:ph type="title"/>
          </p:nvPr>
        </p:nvSpPr>
        <p:spPr>
          <a:xfrm>
            <a:off x="838200" y="365124"/>
            <a:ext cx="10515600" cy="1325563"/>
          </a:xfrm>
        </p:spPr>
        <p:txBody>
          <a:bodyPr/>
          <a:lstStyle/>
          <a:p>
            <a:r>
              <a:rPr lang="en-US" dirty="0"/>
              <a:t>Results</a:t>
            </a:r>
          </a:p>
        </p:txBody>
      </p:sp>
      <p:pic>
        <p:nvPicPr>
          <p:cNvPr id="5" name="Content Placeholder 4">
            <a:extLst>
              <a:ext uri="{FF2B5EF4-FFF2-40B4-BE49-F238E27FC236}">
                <a16:creationId xmlns:a16="http://schemas.microsoft.com/office/drawing/2014/main" id="{7C57EA02-2C12-D2AA-1656-C4FD0B99265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3526576"/>
            <a:ext cx="5333043" cy="3327581"/>
          </a:xfrm>
          <a:prstGeom prst="rect">
            <a:avLst/>
          </a:prstGeom>
        </p:spPr>
      </p:pic>
      <p:pic>
        <p:nvPicPr>
          <p:cNvPr id="7" name="Picture 6">
            <a:extLst>
              <a:ext uri="{FF2B5EF4-FFF2-40B4-BE49-F238E27FC236}">
                <a16:creationId xmlns:a16="http://schemas.microsoft.com/office/drawing/2014/main" id="{83C40886-D2CA-91DD-DFD1-D67E8C928F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3043" y="1027906"/>
            <a:ext cx="6858957" cy="5830114"/>
          </a:xfrm>
          <a:prstGeom prst="rect">
            <a:avLst/>
          </a:prstGeom>
        </p:spPr>
      </p:pic>
      <p:sp>
        <p:nvSpPr>
          <p:cNvPr id="8" name="Content Placeholder 2">
            <a:extLst>
              <a:ext uri="{FF2B5EF4-FFF2-40B4-BE49-F238E27FC236}">
                <a16:creationId xmlns:a16="http://schemas.microsoft.com/office/drawing/2014/main" id="{396C594F-3E58-EF8A-C4BB-11AA81A1CEAE}"/>
              </a:ext>
            </a:extLst>
          </p:cNvPr>
          <p:cNvSpPr txBox="1">
            <a:spLocks/>
          </p:cNvSpPr>
          <p:nvPr/>
        </p:nvSpPr>
        <p:spPr>
          <a:xfrm>
            <a:off x="838200" y="1825625"/>
            <a:ext cx="4494843"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hi</a:t>
            </a:r>
          </a:p>
        </p:txBody>
      </p:sp>
    </p:spTree>
    <p:extLst>
      <p:ext uri="{BB962C8B-B14F-4D97-AF65-F5344CB8AC3E}">
        <p14:creationId xmlns:p14="http://schemas.microsoft.com/office/powerpoint/2010/main" val="16569119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2080B-AE63-3CC2-BC54-0BA090EEDE64}"/>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4357437F-7CD9-CAC5-16E3-5940FF277C67}"/>
              </a:ext>
            </a:extLst>
          </p:cNvPr>
          <p:cNvSpPr>
            <a:spLocks noGrp="1"/>
          </p:cNvSpPr>
          <p:nvPr>
            <p:ph idx="1"/>
          </p:nvPr>
        </p:nvSpPr>
        <p:spPr/>
        <p:txBody>
          <a:bodyPr/>
          <a:lstStyle/>
          <a:p>
            <a:r>
              <a:rPr lang="en-US" dirty="0"/>
              <a:t>Time Varying Covariates</a:t>
            </a:r>
          </a:p>
          <a:p>
            <a:r>
              <a:rPr lang="en-US" dirty="0"/>
              <a:t>Limitations</a:t>
            </a:r>
          </a:p>
        </p:txBody>
      </p:sp>
      <p:pic>
        <p:nvPicPr>
          <p:cNvPr id="5" name="Picture 4">
            <a:extLst>
              <a:ext uri="{FF2B5EF4-FFF2-40B4-BE49-F238E27FC236}">
                <a16:creationId xmlns:a16="http://schemas.microsoft.com/office/drawing/2014/main" id="{9CEA26D0-3315-CE79-4822-834DE7840E31}"/>
              </a:ext>
            </a:extLst>
          </p:cNvPr>
          <p:cNvPicPr>
            <a:picLocks noChangeAspect="1"/>
          </p:cNvPicPr>
          <p:nvPr/>
        </p:nvPicPr>
        <p:blipFill>
          <a:blip r:embed="rId2"/>
          <a:stretch>
            <a:fillRect/>
          </a:stretch>
        </p:blipFill>
        <p:spPr>
          <a:xfrm>
            <a:off x="5363942" y="2141537"/>
            <a:ext cx="6552432" cy="4351338"/>
          </a:xfrm>
          <a:prstGeom prst="rect">
            <a:avLst/>
          </a:prstGeom>
        </p:spPr>
      </p:pic>
    </p:spTree>
    <p:extLst>
      <p:ext uri="{BB962C8B-B14F-4D97-AF65-F5344CB8AC3E}">
        <p14:creationId xmlns:p14="http://schemas.microsoft.com/office/powerpoint/2010/main" val="4619242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142</Words>
  <Application>Microsoft Office PowerPoint</Application>
  <PresentationFormat>Widescreen</PresentationFormat>
  <Paragraphs>21</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Framingham Longitudinal Stroke Risk Profile</vt:lpstr>
      <vt:lpstr>Research Question</vt:lpstr>
      <vt:lpstr>Data Overview</vt:lpstr>
      <vt:lpstr>Analysis</vt:lpstr>
      <vt:lpstr>Results</vt:lpstr>
      <vt:lpstr>Results</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Weible, Ezra</dc:creator>
  <cp:lastModifiedBy>Weible, Ezra</cp:lastModifiedBy>
  <cp:revision>1</cp:revision>
  <dcterms:created xsi:type="dcterms:W3CDTF">2026-04-21T20:34:23Z</dcterms:created>
  <dcterms:modified xsi:type="dcterms:W3CDTF">2026-04-21T20:43:07Z</dcterms:modified>
</cp:coreProperties>
</file>