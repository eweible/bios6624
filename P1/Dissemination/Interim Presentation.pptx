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0725BC-7499-49D0-82A8-4C264E3F6C5A}" v="265" dt="2026-02-12T23:52:10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custSel modSld">
      <pc:chgData name="Ezra Weible" userId="67bcaf2f89c4552e" providerId="LiveId" clId="{E4E19776-AA89-4579-B0CB-50FEF10C4E93}" dt="2026-02-12T23:52:10.421" v="831" actId="20577"/>
      <pc:docMkLst>
        <pc:docMk/>
      </pc:docMkLst>
      <pc:sldChg chg="addSp modSp mod">
        <pc:chgData name="Ezra Weible" userId="67bcaf2f89c4552e" providerId="LiveId" clId="{E4E19776-AA89-4579-B0CB-50FEF10C4E93}" dt="2026-02-12T23:44:12.183" v="430" actId="1076"/>
        <pc:sldMkLst>
          <pc:docMk/>
          <pc:sldMk cId="3886421937" sldId="257"/>
        </pc:sldMkLst>
        <pc:spChg chg="mod">
          <ac:chgData name="Ezra Weible" userId="67bcaf2f89c4552e" providerId="LiveId" clId="{E4E19776-AA89-4579-B0CB-50FEF10C4E93}" dt="2026-02-12T23:44:12.183" v="430" actId="1076"/>
          <ac:spMkLst>
            <pc:docMk/>
            <pc:sldMk cId="3886421937" sldId="257"/>
            <ac:spMk id="3" creationId="{3DDEC1C9-F0BB-944E-104A-1C46C5D25AF4}"/>
          </ac:spMkLst>
        </pc:spChg>
        <pc:picChg chg="add mod">
          <ac:chgData name="Ezra Weible" userId="67bcaf2f89c4552e" providerId="LiveId" clId="{E4E19776-AA89-4579-B0CB-50FEF10C4E93}" dt="2026-02-12T23:44:03.667" v="426" actId="1076"/>
          <ac:picMkLst>
            <pc:docMk/>
            <pc:sldMk cId="3886421937" sldId="257"/>
            <ac:picMk id="5" creationId="{1B7DAEF3-D52A-B7B7-322E-B5A524C16D2B}"/>
          </ac:picMkLst>
        </pc:picChg>
      </pc:sldChg>
      <pc:sldChg chg="addSp delSp modSp mod">
        <pc:chgData name="Ezra Weible" userId="67bcaf2f89c4552e" providerId="LiveId" clId="{E4E19776-AA89-4579-B0CB-50FEF10C4E93}" dt="2026-02-12T23:45:29.230" v="508" actId="1076"/>
        <pc:sldMkLst>
          <pc:docMk/>
          <pc:sldMk cId="3662945949" sldId="258"/>
        </pc:sldMkLst>
        <pc:spChg chg="mod">
          <ac:chgData name="Ezra Weible" userId="67bcaf2f89c4552e" providerId="LiveId" clId="{E4E19776-AA89-4579-B0CB-50FEF10C4E93}" dt="2026-02-12T23:01:23.898" v="170" actId="20577"/>
          <ac:spMkLst>
            <pc:docMk/>
            <pc:sldMk cId="3662945949" sldId="258"/>
            <ac:spMk id="2" creationId="{B2944C85-5A76-96FD-50F8-486CF4A0FFFA}"/>
          </ac:spMkLst>
        </pc:spChg>
        <pc:spChg chg="del mod">
          <ac:chgData name="Ezra Weible" userId="67bcaf2f89c4552e" providerId="LiveId" clId="{E4E19776-AA89-4579-B0CB-50FEF10C4E93}" dt="2026-02-12T23:01:56.646" v="222" actId="478"/>
          <ac:spMkLst>
            <pc:docMk/>
            <pc:sldMk cId="3662945949" sldId="258"/>
            <ac:spMk id="3" creationId="{7BF37446-8854-53B7-F2FE-20293C481D82}"/>
          </ac:spMkLst>
        </pc:spChg>
        <pc:spChg chg="add del mod">
          <ac:chgData name="Ezra Weible" userId="67bcaf2f89c4552e" providerId="LiveId" clId="{E4E19776-AA89-4579-B0CB-50FEF10C4E93}" dt="2026-02-12T23:02:01.865" v="223" actId="478"/>
          <ac:spMkLst>
            <pc:docMk/>
            <pc:sldMk cId="3662945949" sldId="258"/>
            <ac:spMk id="17" creationId="{504CCFBB-4CFD-620B-5B91-43A445D342EA}"/>
          </ac:spMkLst>
        </pc:spChg>
        <pc:spChg chg="add mod">
          <ac:chgData name="Ezra Weible" userId="67bcaf2f89c4552e" providerId="LiveId" clId="{E4E19776-AA89-4579-B0CB-50FEF10C4E93}" dt="2026-02-12T23:45:01.394" v="437" actId="20577"/>
          <ac:spMkLst>
            <pc:docMk/>
            <pc:sldMk cId="3662945949" sldId="258"/>
            <ac:spMk id="20" creationId="{EAB8A822-D31F-B0D8-A93B-8FA4DA1E44A5}"/>
          </ac:spMkLst>
        </pc:spChg>
        <pc:spChg chg="add mod">
          <ac:chgData name="Ezra Weible" userId="67bcaf2f89c4552e" providerId="LiveId" clId="{E4E19776-AA89-4579-B0CB-50FEF10C4E93}" dt="2026-02-12T23:45:29.230" v="508" actId="1076"/>
          <ac:spMkLst>
            <pc:docMk/>
            <pc:sldMk cId="3662945949" sldId="258"/>
            <ac:spMk id="21" creationId="{CCA07D77-2269-D274-738F-B2444736DC13}"/>
          </ac:spMkLst>
        </pc:spChg>
        <pc:picChg chg="add del">
          <ac:chgData name="Ezra Weible" userId="67bcaf2f89c4552e" providerId="LiveId" clId="{E4E19776-AA89-4579-B0CB-50FEF10C4E93}" dt="2026-02-12T22:57:54.290" v="151" actId="478"/>
          <ac:picMkLst>
            <pc:docMk/>
            <pc:sldMk cId="3662945949" sldId="258"/>
            <ac:picMk id="5" creationId="{7007CE68-8B10-D04B-48CF-97156FE590A4}"/>
          </ac:picMkLst>
        </pc:picChg>
        <pc:picChg chg="add del">
          <ac:chgData name="Ezra Weible" userId="67bcaf2f89c4552e" providerId="LiveId" clId="{E4E19776-AA89-4579-B0CB-50FEF10C4E93}" dt="2026-02-12T22:58:19.562" v="153" actId="22"/>
          <ac:picMkLst>
            <pc:docMk/>
            <pc:sldMk cId="3662945949" sldId="258"/>
            <ac:picMk id="7" creationId="{4EBC42E1-9B2C-EFB4-455A-69A0C643D722}"/>
          </ac:picMkLst>
        </pc:picChg>
        <pc:picChg chg="add del">
          <ac:chgData name="Ezra Weible" userId="67bcaf2f89c4552e" providerId="LiveId" clId="{E4E19776-AA89-4579-B0CB-50FEF10C4E93}" dt="2026-02-12T22:59:43.679" v="155" actId="22"/>
          <ac:picMkLst>
            <pc:docMk/>
            <pc:sldMk cId="3662945949" sldId="258"/>
            <ac:picMk id="9" creationId="{C3B881D1-70D1-6B99-40CC-4E5842A751FF}"/>
          </ac:picMkLst>
        </pc:picChg>
        <pc:picChg chg="add mod ord">
          <ac:chgData name="Ezra Weible" userId="67bcaf2f89c4552e" providerId="LiveId" clId="{E4E19776-AA89-4579-B0CB-50FEF10C4E93}" dt="2026-02-12T23:01:10.864" v="168" actId="167"/>
          <ac:picMkLst>
            <pc:docMk/>
            <pc:sldMk cId="3662945949" sldId="258"/>
            <ac:picMk id="11" creationId="{B2BF5342-131E-EB3E-3169-6DD82DFDCDE9}"/>
          </ac:picMkLst>
        </pc:picChg>
        <pc:picChg chg="add mod">
          <ac:chgData name="Ezra Weible" userId="67bcaf2f89c4552e" providerId="LiveId" clId="{E4E19776-AA89-4579-B0CB-50FEF10C4E93}" dt="2026-02-12T23:00:59.788" v="165" actId="1076"/>
          <ac:picMkLst>
            <pc:docMk/>
            <pc:sldMk cId="3662945949" sldId="258"/>
            <ac:picMk id="13" creationId="{A724020F-087C-E959-22EB-02FDD6174327}"/>
          </ac:picMkLst>
        </pc:picChg>
        <pc:picChg chg="add del mod">
          <ac:chgData name="Ezra Weible" userId="67bcaf2f89c4552e" providerId="LiveId" clId="{E4E19776-AA89-4579-B0CB-50FEF10C4E93}" dt="2026-02-12T23:02:26.152" v="224" actId="478"/>
          <ac:picMkLst>
            <pc:docMk/>
            <pc:sldMk cId="3662945949" sldId="258"/>
            <ac:picMk id="15" creationId="{BB38DFAE-8FCF-A5B9-5A14-86AD841A8FCB}"/>
          </ac:picMkLst>
        </pc:picChg>
        <pc:picChg chg="add mod">
          <ac:chgData name="Ezra Weible" userId="67bcaf2f89c4552e" providerId="LiveId" clId="{E4E19776-AA89-4579-B0CB-50FEF10C4E93}" dt="2026-02-12T23:02:32.840" v="228" actId="14100"/>
          <ac:picMkLst>
            <pc:docMk/>
            <pc:sldMk cId="3662945949" sldId="258"/>
            <ac:picMk id="19" creationId="{C2ED6D3E-DFC8-1B6E-88DE-AB334EF38F03}"/>
          </ac:picMkLst>
        </pc:picChg>
        <pc:picChg chg="add del">
          <ac:chgData name="Ezra Weible" userId="67bcaf2f89c4552e" providerId="LiveId" clId="{E4E19776-AA89-4579-B0CB-50FEF10C4E93}" dt="2026-02-12T23:45:08.867" v="440" actId="22"/>
          <ac:picMkLst>
            <pc:docMk/>
            <pc:sldMk cId="3662945949" sldId="258"/>
            <ac:picMk id="23" creationId="{B55F2980-A3D9-5D90-6AB5-D7BA8F1E72AC}"/>
          </ac:picMkLst>
        </pc:picChg>
      </pc:sldChg>
      <pc:sldChg chg="delSp modSp mod">
        <pc:chgData name="Ezra Weible" userId="67bcaf2f89c4552e" providerId="LiveId" clId="{E4E19776-AA89-4579-B0CB-50FEF10C4E93}" dt="2026-02-12T23:52:10.421" v="831" actId="20577"/>
        <pc:sldMkLst>
          <pc:docMk/>
          <pc:sldMk cId="1644962775" sldId="259"/>
        </pc:sldMkLst>
        <pc:spChg chg="mod">
          <ac:chgData name="Ezra Weible" userId="67bcaf2f89c4552e" providerId="LiveId" clId="{E4E19776-AA89-4579-B0CB-50FEF10C4E93}" dt="2026-02-12T23:46:28.635" v="514" actId="403"/>
          <ac:spMkLst>
            <pc:docMk/>
            <pc:sldMk cId="1644962775" sldId="259"/>
            <ac:spMk id="3" creationId="{10DEFC7C-B8E2-9815-0785-07C41A83F29F}"/>
          </ac:spMkLst>
        </pc:spChg>
        <pc:spChg chg="mod">
          <ac:chgData name="Ezra Weible" userId="67bcaf2f89c4552e" providerId="LiveId" clId="{E4E19776-AA89-4579-B0CB-50FEF10C4E93}" dt="2026-02-12T23:52:10.421" v="831" actId="20577"/>
          <ac:spMkLst>
            <pc:docMk/>
            <pc:sldMk cId="1644962775" sldId="259"/>
            <ac:spMk id="4" creationId="{3A0B9CA7-7627-123E-63F2-85DB6FE33D39}"/>
          </ac:spMkLst>
        </pc:spChg>
        <pc:spChg chg="del">
          <ac:chgData name="Ezra Weible" userId="67bcaf2f89c4552e" providerId="LiveId" clId="{E4E19776-AA89-4579-B0CB-50FEF10C4E93}" dt="2026-02-12T23:19:42.257" v="414" actId="478"/>
          <ac:spMkLst>
            <pc:docMk/>
            <pc:sldMk cId="1644962775" sldId="259"/>
            <ac:spMk id="5" creationId="{B0668550-61FC-5BE0-8528-228B6F2D04A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44413-64B6-31B8-AE5F-B9C62D92E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F82AE6-F71F-85B9-DFCD-C2F241834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E1D1B-6EFE-6052-7C83-5C44BF278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5A4B3-B063-28D7-2DFB-2FEBE9F1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BC08-CF88-587A-72CE-4E0D13ED5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16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53F13-7059-5242-06D2-0E37AF8BF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917C0-524B-7878-79A0-A3AF3830D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42E79-ECA6-C134-701E-AE24B0F4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CB27F-AF32-CAEA-E2C6-D0DF6CE7C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BE33C-9905-DA48-A18B-AEE3F46D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360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A44D8-584E-D9A4-44F7-345502A9E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79835-87B8-6886-ACBD-0CBFF79FE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FFEED-7897-E556-F59C-CD2A69837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C91EC-E654-89F5-1FE0-6D979527C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3E877-21F5-FA96-0011-C063F3DA9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1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0421A-A454-6547-3D2F-7360DA138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FBCC1-CD42-ADAA-EA20-922E0AEA3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57315-E2A7-B538-63D3-7366ED7FB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9EA59-F473-5BDB-7B25-0D3BFCD38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D126A-AB23-DF03-414F-E96217839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CBB2C-DB27-DCE2-2ED7-C7792344B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86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EEE5-46BB-9514-10C6-A84C2532C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EB996-6E89-1D99-8795-70AFE02E50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9614D-AD63-0EC3-8C21-B95E6B4AC4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36C0A-65DE-A094-BD44-A89836655A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BCABE7-CEEA-E344-D246-741854D2F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CF58D4-5FF9-CC17-992C-B1F469923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D04B26-5E39-BCEA-BBAC-D9A468D26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3359C-9750-A626-3603-6A4E20998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47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62137-B407-A7B0-73FA-DF10CD616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DA745-DC16-6C68-A4C3-3CD8D568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B9E2-F69B-20B1-5459-B7FE5810E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886C6-062F-7C84-6656-029070EE2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03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43691C-9D1F-37E3-8D1E-A0DF31088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372E8E-EB40-B0CC-238D-2DC6FDAF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5A460-90E3-7E73-AF58-34AF5B568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9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26E0E-203D-E6EA-3DC3-5420BF18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72BB3-0E81-C1F9-E7DC-9CA874FFC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A6BC9D-6D5C-50C4-702E-79082DF06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2A60B-7EBE-18C2-53A2-5605F5C71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1824-74FF-5110-6953-5026374E9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5BFE2-6E87-23E7-862B-A7492E23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09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8B50-4F67-40DB-D0F9-B6816D14D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D0DFC2-412A-58CD-6D14-859244950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E17F65-890A-5DFB-BC5A-E28EA0756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01E1F1-8B6A-EC35-322D-CB8E139CC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48BEB-C1AB-6CEC-5F33-81763794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9ABE9-F4A6-EDF3-FA18-5E70973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2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26FFA-B4D1-72EC-C555-99DD64A2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0319A-CDFE-EFE1-08AB-070160FA3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80201-5885-404E-7024-58B5D10B0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594BF-CA77-7B6A-270E-B42F4292A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9B689-1A72-72D1-79F8-714FE06D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DD80FA-9F41-6FF4-3DA0-85375DC04A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9232C-63D9-EB05-3E81-E2315FE14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3EA60-F9D8-9089-91FC-475CDD336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EB345-8B83-D77A-ECEC-B325F5CF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568EA-54FE-9C5D-C3F6-5117ED80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608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3E6E47-B7E1-59B7-AD66-454E97E73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E2313-044D-DC8A-204E-612E0EA45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22163-FCBC-2B57-F4DE-F4EBD1E4F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8109F9-684E-4DEA-AE0F-481DBE7BA6B5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461C-B2D9-066B-034C-E32F50F9E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F756-0052-E5A8-2A8D-DE24B5808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30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F3FFB-1D4F-1265-9711-9E6F53323C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Interim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81EB7-3AA0-EF71-BDF5-06D4645905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1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18 February 2026</a:t>
            </a:r>
          </a:p>
        </p:txBody>
      </p:sp>
    </p:spTree>
    <p:extLst>
      <p:ext uri="{BB962C8B-B14F-4D97-AF65-F5344CB8AC3E}">
        <p14:creationId xmlns:p14="http://schemas.microsoft.com/office/powerpoint/2010/main" val="1489866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8FA23-D7FB-336E-27D3-D22A653A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EC1C9-F0BB-944E-104A-1C46C5D25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386715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Does baseline hard drug use affect treatment response two years after initiating HAART?</a:t>
            </a:r>
          </a:p>
          <a:p>
            <a:pPr lvl="1"/>
            <a:r>
              <a:rPr lang="en-US" dirty="0"/>
              <a:t>Outcomes: viral load, CD4 count, physical and mental quality of life</a:t>
            </a:r>
          </a:p>
          <a:p>
            <a:pPr lvl="1"/>
            <a:r>
              <a:rPr lang="en-US" dirty="0"/>
              <a:t>Null Hypothesis: No difference in year-2 response between baseline hard drug users and non-users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7DAEF3-D52A-B7B7-322E-B5A524C16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156" y="1374776"/>
            <a:ext cx="8324844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421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BF5342-131E-EB3E-3169-6DD82DFDC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0" y="1244472"/>
            <a:ext cx="5878860" cy="513324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944C85-5A76-96FD-50F8-486CF4A0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724020F-087C-E959-22EB-02FDD617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37035"/>
            <a:ext cx="5814336" cy="169196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ED6D3E-DFC8-1B6E-88DE-AB334EF38F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89737"/>
            <a:ext cx="5814336" cy="309720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AB8A822-D31F-B0D8-A93B-8FA4DA1E44A5}"/>
              </a:ext>
            </a:extLst>
          </p:cNvPr>
          <p:cNvSpPr txBox="1"/>
          <p:nvPr/>
        </p:nvSpPr>
        <p:spPr>
          <a:xfrm>
            <a:off x="5950768" y="1566759"/>
            <a:ext cx="2904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A07D77-2269-D274-738F-B2444736DC13}"/>
              </a:ext>
            </a:extLst>
          </p:cNvPr>
          <p:cNvSpPr txBox="1"/>
          <p:nvPr/>
        </p:nvSpPr>
        <p:spPr>
          <a:xfrm>
            <a:off x="8834350" y="0"/>
            <a:ext cx="335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*Collapsed to 3 categories each</a:t>
            </a:r>
          </a:p>
        </p:txBody>
      </p:sp>
    </p:spTree>
    <p:extLst>
      <p:ext uri="{BB962C8B-B14F-4D97-AF65-F5344CB8AC3E}">
        <p14:creationId xmlns:p14="http://schemas.microsoft.com/office/powerpoint/2010/main" val="366294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690ED-9EC5-81B9-6EA0-E2C6334C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EFC7C-B8E2-9815-0785-07C41A83F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834" y="1690688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/>
              <a:t>Frequentist Analysis</a:t>
            </a:r>
          </a:p>
          <a:p>
            <a:r>
              <a:rPr lang="en-US" dirty="0"/>
              <a:t>Linear regression of Year‑2 outcome</a:t>
            </a:r>
          </a:p>
          <a:p>
            <a:pPr lvl="1"/>
            <a:r>
              <a:rPr lang="en-US" dirty="0"/>
              <a:t>Predictors (Baseline): hard drug use, outcome, age, BMI, smoking, education, race/ethnicity</a:t>
            </a:r>
          </a:p>
          <a:p>
            <a:pPr lvl="1"/>
            <a:r>
              <a:rPr lang="en-US" dirty="0"/>
              <a:t>Adherence to explore mediation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0B9CA7-7627-123E-63F2-85DB6FE33D39}"/>
                  </a:ext>
                </a:extLst>
              </p:cNvPr>
              <p:cNvSpPr txBox="1"/>
              <p:nvPr/>
            </p:nvSpPr>
            <p:spPr>
              <a:xfrm>
                <a:off x="6259369" y="1703301"/>
                <a:ext cx="5257798" cy="35924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u="sng" dirty="0"/>
                  <a:t>Bayesian Analysis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Same regression structure as frequentist models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Vaguely informative priors: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Coefficients: N(0, 1000)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Error: Half‑Normal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For instance: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VLOAD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Baseline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1" dirty="0" smtClean="0">
                        <a:latin typeface="Cambria Math" panose="02040503050406030204" pitchFamily="18" charset="0"/>
                      </a:rPr>
                      <m:t>Age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 …+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0B9CA7-7627-123E-63F2-85DB6FE33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369" y="1703301"/>
                <a:ext cx="5257798" cy="3592458"/>
              </a:xfrm>
              <a:prstGeom prst="rect">
                <a:avLst/>
              </a:prstGeom>
              <a:blipFill>
                <a:blip r:embed="rId2"/>
                <a:stretch>
                  <a:fillRect l="-2436" t="-1695" b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96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146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Interim Presentation</vt:lpstr>
      <vt:lpstr>Research Question</vt:lpstr>
      <vt:lpstr>Data Overview</vt:lpstr>
      <vt:lpstr>Analysis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1</cp:revision>
  <dcterms:created xsi:type="dcterms:W3CDTF">2026-02-12T20:50:33Z</dcterms:created>
  <dcterms:modified xsi:type="dcterms:W3CDTF">2026-02-12T23:52:12Z</dcterms:modified>
</cp:coreProperties>
</file>